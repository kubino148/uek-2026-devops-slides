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9144000" cy="5143500" type="screen16x9"/>
  <p:notesSz cx="51435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tup" id="{053E367B-6919-BDA5-A8FC-250697A44C0C}">
          <p14:sldIdLst>
            <p14:sldId id="256"/>
            <p14:sldId id="257"/>
            <p14:sldId id="258"/>
            <p14:sldId id="259"/>
          </p14:sldIdLst>
        </p14:section>
        <p14:section name="CI and CD" id="{3564163D-1A70-837B-1515-FF43F20F2D34}">
          <p14:sldIdLst>
            <p14:sldId id="260"/>
            <p14:sldId id="261"/>
            <p14:sldId id="262"/>
          </p14:sldIdLst>
        </p14:section>
        <p14:section name="Pipeline" id="{CC68D1FD-4EEB-9433-E773-6157761AAFF1}">
          <p14:sldIdLst>
            <p14:sldId id="263"/>
            <p14:sldId id="264"/>
            <p14:sldId id="265"/>
            <p14:sldId id="266"/>
            <p14:sldId id="267"/>
          </p14:sldIdLst>
        </p14:section>
        <p14:section name="Pages" id="{A779C4B1-0F6B-05C5-DF99-90F809F1A3BA}">
          <p14:sldIdLst>
            <p14:sldId id="268"/>
            <p14:sldId id="269"/>
            <p14:sldId id="270"/>
          </p14:sldIdLst>
        </p14:section>
        <p14:section name="Live" id="{075B94BC-8A13-451C-437E-E4E7C4E934E9}">
          <p14:sldIdLst>
            <p14:sldId id="271"/>
            <p14:sldId id="272"/>
          </p14:sldIdLst>
        </p14:section>
        <p14:section name="Site" id="{F0182391-86B5-64BA-40A3-2047F32FC9D0}">
          <p14:sldIdLst>
            <p14:sldId id="273"/>
            <p14:sldId id="274"/>
            <p14:sldId id="275"/>
          </p14:sldIdLst>
        </p14:section>
        <p14:section name="Gate" id="{116802CE-BA6E-51DE-2E85-BD13B9D57951}">
          <p14:sldIdLst>
            <p14:sldId id="276"/>
            <p14:sldId id="277"/>
            <p14:sldId id="278"/>
          </p14:sldIdLst>
        </p14:section>
        <p14:section name="Steps" id="{922B05C9-5501-CEEF-9D6E-935264B10D80}">
          <p14:sldIdLst>
            <p14:sldId id="279"/>
            <p14:sldId id="280"/>
            <p14:sldId id="281"/>
          </p14:sldIdLst>
        </p14:section>
        <p14:section name="Step 1" id="{752F32AC-27B2-3409-8366-680C1DC4865F}">
          <p14:sldIdLst>
            <p14:sldId id="282"/>
            <p14:sldId id="283"/>
            <p14:sldId id="284"/>
            <p14:sldId id="285"/>
          </p14:sldIdLst>
        </p14:section>
        <p14:section name="Step 2" id="{1AF68367-8F36-0C17-1E9C-33D2E016AFAC}">
          <p14:sldIdLst>
            <p14:sldId id="286"/>
            <p14:sldId id="287"/>
            <p14:sldId id="288"/>
          </p14:sldIdLst>
        </p14:section>
        <p14:section name="Step 3" id="{F12173EC-AFE6-F4F2-2EDC-3D64D06B6456}">
          <p14:sldIdLst>
            <p14:sldId id="289"/>
            <p14:sldId id="290"/>
            <p14:sldId id="291"/>
          </p14:sldIdLst>
        </p14:section>
        <p14:section name="More" id="{CAB27750-69D7-F35D-B6A7-CAFD8CC30FDB}">
          <p14:sldIdLst>
            <p14:sldId id="292"/>
            <p14:sldId id="293"/>
            <p14:sldId id="294"/>
          </p14:sldIdLst>
        </p14:section>
        <p14:section name="Wrap-up" id="{AC729DD9-2ED6-0830-77BB-ADEC23B72330}">
          <p14:sldIdLst>
            <p14:sldId id="295"/>
            <p14:sldId id="29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PlaceHolder 1"/>
          <p:cNvSpPr>
            <a:spLocks noGrp="1" noRot="1" noChangeAspect="1"/>
          </p:cNvSpPr>
          <p:nvPr>
            <p:ph type="sldImg"/>
          </p:nvPr>
        </p:nvSpPr>
        <p:spPr>
          <a:xfrm>
            <a:off x="0" y="764280"/>
            <a:ext cx="0" cy="0"/>
          </a:xfrm>
          <a:prstGeom prst="rect">
            <a:avLst/>
          </a:prstGeom>
          <a:noFill/>
          <a:ln w="0">
            <a:noFill/>
          </a:ln>
        </p:spPr>
        <p:txBody>
          <a:bodyPr lIns="0" tIns="0" rIns="0" bIns="0" anchor="ctr">
            <a:noAutofit/>
          </a:bodyPr>
          <a:lstStyle/>
          <a:p>
            <a:r>
              <a:rPr lang="en-US" sz="3400" b="1" u="none" strike="noStrike">
                <a:solidFill>
                  <a:schemeClr val="dk1"/>
                </a:solidFill>
                <a:effectLst/>
                <a:uFillTx/>
                <a:latin typeface="Cambria"/>
              </a:rPr>
              <a:t>Click to move the slide</a:t>
            </a:r>
          </a:p>
        </p:txBody>
      </p:sp>
      <p:sp>
        <p:nvSpPr>
          <p:cNvPr id="12"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13"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14" name="PlaceHolder 4"/>
          <p:cNvSpPr>
            <a:spLocks noGrp="1"/>
          </p:cNvSpPr>
          <p:nvPr>
            <p:ph type="dt" idx="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15" name="PlaceHolder 5"/>
          <p:cNvSpPr>
            <a:spLocks noGrp="1"/>
          </p:cNvSpPr>
          <p:nvPr>
            <p:ph type="ftr" idx="5"/>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16" name="PlaceHolder 6"/>
          <p:cNvSpPr>
            <a:spLocks noGrp="1"/>
          </p:cNvSpPr>
          <p:nvPr>
            <p:ph type="sldNum" idx="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18A957E7-3286-46F4-AE54-7A7346E08929}"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PlaceHolder 1"/>
          <p:cNvSpPr>
            <a:spLocks noGrp="1" noRot="1" noChangeAspect="1"/>
          </p:cNvSpPr>
          <p:nvPr>
            <p:ph type="sldImg"/>
          </p:nvPr>
        </p:nvSpPr>
        <p:spPr>
          <a:xfrm>
            <a:off x="685800" y="1143000"/>
            <a:ext cx="5486040" cy="3085920"/>
          </a:xfrm>
          <a:prstGeom prst="rect">
            <a:avLst/>
          </a:prstGeom>
          <a:ln w="0">
            <a:noFill/>
          </a:ln>
        </p:spPr>
      </p:sp>
      <p:sp>
        <p:nvSpPr>
          <p:cNvPr id="46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First slide, on screen while people sit down: shown once, typed address, no QR. Say aloud (the slide does not say what comes next): "then continue with the next slide, Your repo". The Codespace is made in the break, not now.</a:t>
            </a:r>
          </a:p>
        </p:txBody>
      </p:sp>
      <p:sp>
        <p:nvSpPr>
          <p:cNvPr id="462"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C7BE5A1-1786-48AC-A1C4-CB59121B333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 name="PlaceHolder 1"/>
          <p:cNvSpPr>
            <a:spLocks noGrp="1" noRot="1" noChangeAspect="1"/>
          </p:cNvSpPr>
          <p:nvPr>
            <p:ph type="sldImg"/>
          </p:nvPr>
        </p:nvSpPr>
        <p:spPr>
          <a:xfrm>
            <a:off x="685800" y="1143000"/>
            <a:ext cx="5486040" cy="3085920"/>
          </a:xfrm>
          <a:prstGeom prst="rect">
            <a:avLst/>
          </a:prstGeom>
          <a:ln w="0">
            <a:noFill/>
          </a:ln>
        </p:spPr>
      </p:sp>
      <p:sp>
        <p:nvSpPr>
          <p:cNvPr id="4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Replacement is unconditional, nobody compares. Done in the GitHub web UI, no Codespace. Checkpoint C0 at 0:07 (hands up): the repo is Public, ci.yml is the copied one and the only file in .github/workflows, the commit is on main, services/ holds tasks-api and title-normalizer (look while you circulate). The Codespace line is not said here: it is spoken at the break (end of the note on slide 23).</a:t>
            </a:r>
          </a:p>
        </p:txBody>
      </p:sp>
      <p:sp>
        <p:nvSpPr>
          <p:cNvPr id="465" name="PlaceHolder 3"/>
          <p:cNvSpPr>
            <a:spLocks noGrp="1"/>
          </p:cNvSpPr>
          <p:nvPr>
            <p:ph type="sldNum" idx="4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EE08EE5-2AAE-478F-ABCA-8D8022BDB420}"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 name="PlaceHolder 1"/>
          <p:cNvSpPr>
            <a:spLocks noGrp="1" noRot="1" noChangeAspect="1"/>
          </p:cNvSpPr>
          <p:nvPr>
            <p:ph type="sldImg"/>
          </p:nvPr>
        </p:nvSpPr>
        <p:spPr>
          <a:xfrm>
            <a:off x="685800" y="1143000"/>
            <a:ext cx="5486040" cy="3085920"/>
          </a:xfrm>
          <a:prstGeom prst="rect">
            <a:avLst/>
          </a:prstGeom>
          <a:ln w="0">
            <a:noFill/>
          </a:ln>
        </p:spPr>
      </p:sp>
      <p:sp>
        <p:nvSpPr>
          <p:cNvPr id="4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Fallback for anyone who cannot reach the public repo. Leave it up while people type. Part 2 goes directly under it.</a:t>
            </a:r>
          </a:p>
        </p:txBody>
      </p:sp>
      <p:sp>
        <p:nvSpPr>
          <p:cNvPr id="468" name="PlaceHolder 3"/>
          <p:cNvSpPr>
            <a:spLocks noGrp="1"/>
          </p:cNvSpPr>
          <p:nvPr>
            <p:ph type="sldNum" idx="5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7679FEE-DB7C-45F7-AF0C-AD078102719A}" type="slidenum">
              <a:rPr lang="en-US" sz="1200" b="0" u="none" strike="noStrike">
                <a:solidFill>
                  <a:schemeClr val="dk1"/>
                </a:solidFill>
                <a:effectLst/>
                <a:uFillTx/>
                <a:latin typeface="+mn-lt"/>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PlaceHolder 1"/>
          <p:cNvSpPr>
            <a:spLocks noGrp="1" noRot="1" noChangeAspect="1"/>
          </p:cNvSpPr>
          <p:nvPr>
            <p:ph type="sldImg"/>
          </p:nvPr>
        </p:nvSpPr>
        <p:spPr>
          <a:xfrm>
            <a:off x="685800" y="1143000"/>
            <a:ext cx="5486040" cy="3085920"/>
          </a:xfrm>
          <a:prstGeom prst="rect">
            <a:avLst/>
          </a:prstGeom>
          <a:ln w="0">
            <a:noFill/>
          </a:ln>
        </p:spPr>
      </p:sp>
      <p:sp>
        <p:nvSpPr>
          <p:cNvPr id="4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Same file, second half. Same fallback. Long lines wrap on the slide; in the file each one is a single line.</a:t>
            </a:r>
          </a:p>
        </p:txBody>
      </p:sp>
      <p:sp>
        <p:nvSpPr>
          <p:cNvPr id="471" name="PlaceHolder 3"/>
          <p:cNvSpPr>
            <a:spLocks noGrp="1"/>
          </p:cNvSpPr>
          <p:nvPr>
            <p:ph type="sldNum" idx="5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ADD636D-F12F-434F-8B43-E56E98FE17AB}" type="slidenum">
              <a:rPr lang="en-US" sz="1200" b="0" u="none" strike="noStrike">
                <a:solidFill>
                  <a:schemeClr val="dk1"/>
                </a:solidFill>
                <a:effectLst/>
                <a:uFillTx/>
                <a:latin typeface="+mn-lt"/>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 name="PlaceHolder 1"/>
          <p:cNvSpPr>
            <a:spLocks noGrp="1" noRot="1" noChangeAspect="1"/>
          </p:cNvSpPr>
          <p:nvPr>
            <p:ph type="sldImg"/>
          </p:nvPr>
        </p:nvSpPr>
        <p:spPr>
          <a:xfrm>
            <a:off x="685800" y="1143000"/>
            <a:ext cx="5486040" cy="3085920"/>
          </a:xfrm>
          <a:prstGeom prst="rect">
            <a:avLst/>
          </a:prstGeom>
          <a:ln w="0">
            <a:noFill/>
          </a:ln>
        </p:spPr>
      </p:sp>
      <p:sp>
        <p:nvSpPr>
          <p:cNvPr id="4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Own wording. This is what the workflow from last time does. About 1.5 min.</a:t>
            </a:r>
          </a:p>
        </p:txBody>
      </p:sp>
      <p:sp>
        <p:nvSpPr>
          <p:cNvPr id="474" name="PlaceHolder 3"/>
          <p:cNvSpPr>
            <a:spLocks noGrp="1"/>
          </p:cNvSpPr>
          <p:nvPr>
            <p:ph type="sldNum" idx="5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F2C9D06-246E-4E4C-9DA1-B6B52B449984}" type="slidenum">
              <a:rPr lang="en-US" sz="1200" b="0" u="none" strike="noStrike">
                <a:solidFill>
                  <a:schemeClr val="dk1"/>
                </a:solidFill>
                <a:effectLst/>
                <a:uFillTx/>
                <a:latin typeface="+mn-lt"/>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 name="PlaceHolder 1"/>
          <p:cNvSpPr>
            <a:spLocks noGrp="1" noRot="1" noChangeAspect="1"/>
          </p:cNvSpPr>
          <p:nvPr>
            <p:ph type="sldImg"/>
          </p:nvPr>
        </p:nvSpPr>
        <p:spPr>
          <a:xfrm>
            <a:off x="685800" y="1143000"/>
            <a:ext cx="5486040" cy="3085920"/>
          </a:xfrm>
          <a:prstGeom prst="rect">
            <a:avLst/>
          </a:prstGeom>
          <a:ln w="0">
            <a:noFill/>
          </a:ln>
        </p:spPr>
      </p:sp>
      <p:sp>
        <p:nvSpPr>
          <p:cNvPr id="47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Own wording. About 1.5 min. The second line on the slide is the short form: CI checks the change, CD ships it. Vocabulary, spoken once: deliver = the CD idea; deploy = the job and its action; publish = the result; package = the upload-pages-artifact step.</a:t>
            </a:r>
          </a:p>
        </p:txBody>
      </p:sp>
      <p:sp>
        <p:nvSpPr>
          <p:cNvPr id="477" name="PlaceHolder 3"/>
          <p:cNvSpPr>
            <a:spLocks noGrp="1"/>
          </p:cNvSpPr>
          <p:nvPr>
            <p:ph type="sldNum" idx="5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C03201F-47D8-451E-B02B-D4BA6B1FEE75}" type="slidenum">
              <a:rPr lang="en-US" sz="1200" b="0" u="none" strike="noStrike">
                <a:solidFill>
                  <a:schemeClr val="dk1"/>
                </a:solidFill>
                <a:effectLst/>
                <a:uFillTx/>
                <a:latin typeface="+mn-lt"/>
                <a:ea typeface="+mn-ea"/>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 name="PlaceHolder 1"/>
          <p:cNvSpPr>
            <a:spLocks noGrp="1" noRot="1" noChangeAspect="1"/>
          </p:cNvSpPr>
          <p:nvPr>
            <p:ph type="sldImg"/>
          </p:nvPr>
        </p:nvSpPr>
        <p:spPr>
          <a:xfrm>
            <a:off x="685800" y="1143000"/>
            <a:ext cx="5486040" cy="3085920"/>
          </a:xfrm>
          <a:prstGeom prst="rect">
            <a:avLst/>
          </a:prstGeom>
          <a:ln w="0">
            <a:noFill/>
          </a:ln>
        </p:spPr>
      </p:sp>
      <p:sp>
        <p:nvSpPr>
          <p:cNvPr id="47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Question: "Your tests are green. How does a user get the new version today?" Expected: someone copies it by hand. Today a job does it. For anyone who missed last time, one clause: Bandit is the security scanner from last time.</a:t>
            </a:r>
          </a:p>
        </p:txBody>
      </p:sp>
      <p:sp>
        <p:nvSpPr>
          <p:cNvPr id="480" name="PlaceHolder 3"/>
          <p:cNvSpPr>
            <a:spLocks noGrp="1"/>
          </p:cNvSpPr>
          <p:nvPr>
            <p:ph type="sldNum" idx="5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217702D-FD9B-4ADD-BFEE-8454B1F5BE3F}"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 name="PlaceHolder 1"/>
          <p:cNvSpPr>
            <a:spLocks noGrp="1" noRot="1" noChangeAspect="1"/>
          </p:cNvSpPr>
          <p:nvPr>
            <p:ph type="sldImg"/>
          </p:nvPr>
        </p:nvSpPr>
        <p:spPr>
          <a:xfrm>
            <a:off x="685800" y="1143000"/>
            <a:ext cx="5486040" cy="3085920"/>
          </a:xfrm>
          <a:prstGeom prst="rect">
            <a:avLst/>
          </a:prstGeom>
          <a:ln w="0">
            <a:noFill/>
          </a:ln>
        </p:spPr>
      </p:sp>
      <p:sp>
        <p:nvSpPr>
          <p:cNvPr id="48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Say once: the general word is stage, GitHub calls them jobs. Ask the room the question on the slide; the answer is on the next slide: needs.</a:t>
            </a:r>
          </a:p>
        </p:txBody>
      </p:sp>
      <p:sp>
        <p:nvSpPr>
          <p:cNvPr id="483" name="PlaceHolder 3"/>
          <p:cNvSpPr>
            <a:spLocks noGrp="1"/>
          </p:cNvSpPr>
          <p:nvPr>
            <p:ph type="sldNum" idx="5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B58FF9B-9DB3-448A-B27F-4EC394C016FD}"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 name="PlaceHolder 1"/>
          <p:cNvSpPr>
            <a:spLocks noGrp="1" noRot="1" noChangeAspect="1"/>
          </p:cNvSpPr>
          <p:nvPr>
            <p:ph type="sldImg"/>
          </p:nvPr>
        </p:nvSpPr>
        <p:spPr>
          <a:xfrm>
            <a:off x="685800" y="1143000"/>
            <a:ext cx="5486040" cy="3085920"/>
          </a:xfrm>
          <a:prstGeom prst="rect">
            <a:avLst/>
          </a:prstGeom>
          <a:ln w="0">
            <a:noFill/>
          </a:ln>
        </p:spPr>
      </p:sp>
      <p:sp>
        <p:nvSpPr>
          <p:cNvPr id="48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Show the line. Spoken: needs waits for all six matrix jobs (3 Python versions times 2 services); the live code shows it in the graph. For anyone who missed last time: a matrix runs one job per combination, here six.</a:t>
            </a:r>
          </a:p>
        </p:txBody>
      </p:sp>
      <p:sp>
        <p:nvSpPr>
          <p:cNvPr id="486" name="PlaceHolder 3"/>
          <p:cNvSpPr>
            <a:spLocks noGrp="1"/>
          </p:cNvSpPr>
          <p:nvPr>
            <p:ph type="sldNum" idx="5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1327EE2-9E1D-4D1E-8BBB-C21BD4000D30}"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 name="PlaceHolder 1"/>
          <p:cNvSpPr>
            <a:spLocks noGrp="1" noRot="1" noChangeAspect="1"/>
          </p:cNvSpPr>
          <p:nvPr>
            <p:ph type="sldImg"/>
          </p:nvPr>
        </p:nvSpPr>
        <p:spPr>
          <a:xfrm>
            <a:off x="685800" y="1143000"/>
            <a:ext cx="5486040" cy="3085920"/>
          </a:xfrm>
          <a:prstGeom prst="rect">
            <a:avLst/>
          </a:prstGeom>
          <a:ln w="0">
            <a:noFill/>
          </a:ln>
        </p:spPr>
      </p:sp>
      <p:sp>
        <p:nvSpPr>
          <p:cNvPr id="48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Docs: a job whose needed job fails is skipped.</a:t>
            </a:r>
          </a:p>
        </p:txBody>
      </p:sp>
      <p:sp>
        <p:nvSpPr>
          <p:cNvPr id="489" name="PlaceHolder 3"/>
          <p:cNvSpPr>
            <a:spLocks noGrp="1"/>
          </p:cNvSpPr>
          <p:nvPr>
            <p:ph type="sldNum" idx="5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5380A3B-87E5-44E9-9ED5-F8856E8BD232}" type="slidenum">
              <a:rPr lang="en-US" sz="1200" b="0" u="none" strike="noStrike">
                <a:solidFill>
                  <a:schemeClr val="dk1"/>
                </a:solidFill>
                <a:effectLst/>
                <a:uFillTx/>
                <a:latin typeface="+mn-lt"/>
                <a:ea typeface="+mn-ea"/>
              </a:rPr>
              <a:t>10</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 name="PlaceHolder 1"/>
          <p:cNvSpPr>
            <a:spLocks noGrp="1" noRot="1" noChangeAspect="1"/>
          </p:cNvSpPr>
          <p:nvPr>
            <p:ph type="sldImg"/>
          </p:nvPr>
        </p:nvSpPr>
        <p:spPr>
          <a:xfrm>
            <a:off x="685800" y="1143000"/>
            <a:ext cx="5486040" cy="3085920"/>
          </a:xfrm>
          <a:prstGeom prst="rect">
            <a:avLst/>
          </a:prstGeom>
          <a:ln w="0">
            <a:noFill/>
          </a:ln>
        </p:spPr>
      </p:sp>
      <p:sp>
        <p:nvSpPr>
          <p:cNvPr id="49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Question: "Why can't the deploy job just read the Bandit file from the run_tests folder?" Different machine. Wait 7 seconds. For anyone who missed last time, one clause: an artifact is a file a job stores on the run so that another job can download it.</a:t>
            </a:r>
          </a:p>
        </p:txBody>
      </p:sp>
      <p:sp>
        <p:nvSpPr>
          <p:cNvPr id="492" name="PlaceHolder 3"/>
          <p:cNvSpPr>
            <a:spLocks noGrp="1"/>
          </p:cNvSpPr>
          <p:nvPr>
            <p:ph type="sldNum" idx="5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6CF3C72-4522-41BC-8904-32A254F05B1A}"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 name="PlaceHolder 1"/>
          <p:cNvSpPr>
            <a:spLocks noGrp="1" noRot="1" noChangeAspect="1"/>
          </p:cNvSpPr>
          <p:nvPr>
            <p:ph type="sldImg"/>
          </p:nvPr>
        </p:nvSpPr>
        <p:spPr>
          <a:xfrm>
            <a:off x="685800" y="1143000"/>
            <a:ext cx="5486040" cy="3085920"/>
          </a:xfrm>
          <a:prstGeom prst="rect">
            <a:avLst/>
          </a:prstGeom>
          <a:ln w="0">
            <a:noFill/>
          </a:ln>
        </p:spPr>
      </p:sp>
      <p:sp>
        <p:nvSpPr>
          <p:cNvPr id="49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Two things in one job: tests and Bandit. deploy is the new second job. CI is run_tests, CD is deploy.</a:t>
            </a:r>
          </a:p>
        </p:txBody>
      </p:sp>
      <p:sp>
        <p:nvSpPr>
          <p:cNvPr id="495" name="PlaceHolder 3"/>
          <p:cNvSpPr>
            <a:spLocks noGrp="1"/>
          </p:cNvSpPr>
          <p:nvPr>
            <p:ph type="sldNum" idx="5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FB117E1-C666-4580-A6B9-06BD51AA99DE}" type="slidenum">
              <a:rPr lang="en-US" sz="1200" b="0" u="none" strike="noStrike">
                <a:solidFill>
                  <a:schemeClr val="dk1"/>
                </a:solidFill>
                <a:effectLst/>
                <a:uFillTx/>
                <a:latin typeface="+mn-lt"/>
                <a:ea typeface="+mn-ea"/>
              </a:rPr>
              <a:t>12</a:t>
            </a:fld>
            <a:endParaRPr lang="en-U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 name="PlaceHolder 1"/>
          <p:cNvSpPr>
            <a:spLocks noGrp="1" noRot="1" noChangeAspect="1"/>
          </p:cNvSpPr>
          <p:nvPr>
            <p:ph type="sldImg"/>
          </p:nvPr>
        </p:nvSpPr>
        <p:spPr>
          <a:xfrm>
            <a:off x="685800" y="1143000"/>
            <a:ext cx="5486040" cy="3085920"/>
          </a:xfrm>
          <a:prstGeom prst="rect">
            <a:avLst/>
          </a:prstGeom>
          <a:ln w="0">
            <a:noFill/>
          </a:ln>
        </p:spPr>
      </p:sp>
      <p:sp>
        <p:nvSpPr>
          <p:cNvPr id="49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Never cut: the public-repo reminder and that what you publish is a public page (spoken). Question: "Who can open the site you publish?" Anyone. Lead-in: "So what must be set first?"</a:t>
            </a:r>
          </a:p>
        </p:txBody>
      </p:sp>
      <p:sp>
        <p:nvSpPr>
          <p:cNvPr id="498" name="PlaceHolder 3"/>
          <p:cNvSpPr>
            <a:spLocks noGrp="1"/>
          </p:cNvSpPr>
          <p:nvPr>
            <p:ph type="sldNum" idx="6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23E6FC7-E7C1-4E86-BF0D-96F15451991F}" type="slidenum">
              <a:rPr lang="en-US" sz="1200" b="0" u="none" strike="noStrike">
                <a:solidFill>
                  <a:schemeClr val="dk1"/>
                </a:solidFill>
                <a:effectLst/>
                <a:uFillTx/>
                <a:latin typeface="+mn-lt"/>
                <a:ea typeface="+mn-ea"/>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 name="PlaceHolder 1"/>
          <p:cNvSpPr>
            <a:spLocks noGrp="1" noRot="1" noChangeAspect="1"/>
          </p:cNvSpPr>
          <p:nvPr>
            <p:ph type="sldImg"/>
          </p:nvPr>
        </p:nvSpPr>
        <p:spPr>
          <a:xfrm>
            <a:off x="685800" y="1143000"/>
            <a:ext cx="5486040" cy="3085920"/>
          </a:xfrm>
          <a:prstGeom prst="rect">
            <a:avLst/>
          </a:prstGeom>
          <a:ln w="0">
            <a:noFill/>
          </a:ln>
        </p:spPr>
      </p:sp>
      <p:sp>
        <p:nvSpPr>
          <p:cNvPr id="50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Checkpoint C1 here (about 1 min): everyone opens Settings &gt; Pages and sets Source: GitHub Actions now, you on the projector; hands up when done. Ask: "Who sees Source: GitHub Actions?" Then say, never cut: Pages needs the Source set before the first deploy.</a:t>
            </a:r>
          </a:p>
        </p:txBody>
      </p:sp>
      <p:sp>
        <p:nvSpPr>
          <p:cNvPr id="501" name="PlaceHolder 3"/>
          <p:cNvSpPr>
            <a:spLocks noGrp="1"/>
          </p:cNvSpPr>
          <p:nvPr>
            <p:ph type="sldNum" idx="6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28CF0B1-F653-4EA6-91F3-6AAE809D1CCF}" type="slidenum">
              <a:rPr lang="en-US" sz="1200" b="0" u="none" strike="noStrike">
                <a:solidFill>
                  <a:schemeClr val="dk1"/>
                </a:solidFill>
                <a:effectLst/>
                <a:uFillTx/>
                <a:latin typeface="+mn-lt"/>
                <a:ea typeface="+mn-ea"/>
              </a:rPr>
              <a:t>14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 name="PlaceHolder 1"/>
          <p:cNvSpPr>
            <a:spLocks noGrp="1" noRot="1" noChangeAspect="1"/>
          </p:cNvSpPr>
          <p:nvPr>
            <p:ph type="sldImg"/>
          </p:nvPr>
        </p:nvSpPr>
        <p:spPr>
          <a:xfrm>
            <a:off x="685800" y="1143000"/>
            <a:ext cx="5486040" cy="3085920"/>
          </a:xfrm>
          <a:prstGeom prst="rect">
            <a:avLst/>
          </a:prstGeom>
          <a:ln w="0">
            <a:noFill/>
          </a:ln>
        </p:spPr>
      </p:sp>
      <p:sp>
        <p:nvSpPr>
          <p:cNvPr id="50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Say in one sentence: pages: write lets the job publish to Pages; id-token: write lets Pages confirm that the deployment comes from this repo (the job requests an OIDC token). The repo's default token permissions cannot grant id-token, so it must be in the YAML. The block belongs to the deploy job only; run_tests keeps the default. Never cut: Pages needs the Source set, the github-pages environment, and pages: write plus id-token: write on the deploy job. The docs also show an optional configure step; not needed here, allowed if copied. Question: "What must be set in the repo before the first deploy?" (The Pages Source, a repo setting; the rest is in the workflow.)</a:t>
            </a:r>
          </a:p>
        </p:txBody>
      </p:sp>
      <p:sp>
        <p:nvSpPr>
          <p:cNvPr id="504" name="PlaceHolder 3"/>
          <p:cNvSpPr>
            <a:spLocks noGrp="1"/>
          </p:cNvSpPr>
          <p:nvPr>
            <p:ph type="sldNum" idx="6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986A0C2-8D83-4536-8AA7-68BE4FB2CF3D}" type="slidenum">
              <a:rPr lang="en-US" sz="1200" b="0" u="none" strike="noStrike">
                <a:solidFill>
                  <a:schemeClr val="dk1"/>
                </a:solidFill>
                <a:effectLst/>
                <a:uFillTx/>
                <a:latin typeface="+mn-lt"/>
                <a:ea typeface="+mn-ea"/>
              </a:rPr>
              <a:t>15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 name="PlaceHolder 1"/>
          <p:cNvSpPr>
            <a:spLocks noGrp="1" noRot="1" noChangeAspect="1"/>
          </p:cNvSpPr>
          <p:nvPr>
            <p:ph type="sldImg"/>
          </p:nvPr>
        </p:nvSpPr>
        <p:spPr>
          <a:xfrm>
            <a:off x="685800" y="1143000"/>
            <a:ext cx="5486040" cy="3085920"/>
          </a:xfrm>
          <a:prstGeom prst="rect">
            <a:avLst/>
          </a:prstGeom>
          <a:ln w="0">
            <a:noFill/>
          </a:ln>
        </p:spPr>
      </p:sp>
      <p:sp>
        <p:nvSpPr>
          <p:cNvPr id="50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Ask before push 1, then switch the projector to the Codespace and the run graph (one projector). The answer is not shown live: say it, point at slide 10.</a:t>
            </a:r>
          </a:p>
        </p:txBody>
      </p:sp>
      <p:sp>
        <p:nvSpPr>
          <p:cNvPr id="507" name="PlaceHolder 3"/>
          <p:cNvSpPr>
            <a:spLocks noGrp="1"/>
          </p:cNvSpPr>
          <p:nvPr>
            <p:ph type="sldNum" idx="6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6B40C72-01C4-4D79-8EDE-92A142F58130}" type="slidenum">
              <a:rPr lang="en-US" sz="1200" b="0" u="none" strike="noStrike">
                <a:solidFill>
                  <a:schemeClr val="dk1"/>
                </a:solidFill>
                <a:effectLst/>
                <a:uFillTx/>
                <a:latin typeface="+mn-lt"/>
                <a:ea typeface="+mn-ea"/>
              </a:rPr>
              <a:t>16</a:t>
            </a:fld>
            <a:endParaRPr lang="en-U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 name="PlaceHolder 1"/>
          <p:cNvSpPr>
            <a:spLocks noGrp="1" noRot="1" noChangeAspect="1"/>
          </p:cNvSpPr>
          <p:nvPr>
            <p:ph type="sldImg"/>
          </p:nvPr>
        </p:nvSpPr>
        <p:spPr>
          <a:xfrm>
            <a:off x="685800" y="1143000"/>
            <a:ext cx="5486040" cy="3085920"/>
          </a:xfrm>
          <a:prstGeom prst="rect">
            <a:avLst/>
          </a:prstGeom>
          <a:ln w="0">
            <a:noFill/>
          </a:ln>
        </p:spPr>
      </p:sp>
      <p:sp>
        <p:nvSpPr>
          <p:cNvPr id="50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Bridge to step 1 after the break; open the live URL of the demo when run B is green. Clock slot about 0:32, 1 minute, from inside the live-code block.</a:t>
            </a:r>
          </a:p>
        </p:txBody>
      </p:sp>
      <p:sp>
        <p:nvSpPr>
          <p:cNvPr id="510" name="PlaceHolder 3"/>
          <p:cNvSpPr>
            <a:spLocks noGrp="1"/>
          </p:cNvSpPr>
          <p:nvPr>
            <p:ph type="sldNum" idx="6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2A9F50A-9AE4-43FB-9449-816F937C339B}" type="slidenum">
              <a:rPr lang="en-US" sz="1200" b="0" u="none" strike="noStrike">
                <a:solidFill>
                  <a:schemeClr val="dk1"/>
                </a:solidFill>
                <a:effectLst/>
                <a:uFillTx/>
                <a:latin typeface="+mn-lt"/>
                <a:ea typeface="+mn-ea"/>
              </a:rPr>
              <a:t>17</a:t>
            </a:fld>
            <a:endParaRPr lang="en-US"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1" name="PlaceHolder 1"/>
          <p:cNvSpPr>
            <a:spLocks noGrp="1" noRot="1" noChangeAspect="1"/>
          </p:cNvSpPr>
          <p:nvPr>
            <p:ph type="sldImg"/>
          </p:nvPr>
        </p:nvSpPr>
        <p:spPr>
          <a:xfrm>
            <a:off x="685800" y="1143000"/>
            <a:ext cx="5486040" cy="3085920"/>
          </a:xfrm>
          <a:prstGeom prst="rect">
            <a:avLst/>
          </a:prstGeom>
          <a:ln w="0">
            <a:noFill/>
          </a:ln>
        </p:spPr>
      </p:sp>
      <p:sp>
        <p:nvSpPr>
          <p:cNvPr id="51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Only the Python 3.12 pair goes to the site: 2 of the 6 matrix jobs are shown, 4 more exist. Question: "Which two files must end up in _site?" Before you click: ask "What does deploy do if Bandit finds something and its step is allowed to fail?" (The next slide answers it.)</a:t>
            </a:r>
          </a:p>
        </p:txBody>
      </p:sp>
      <p:sp>
        <p:nvSpPr>
          <p:cNvPr id="513" name="PlaceHolder 3"/>
          <p:cNvSpPr>
            <a:spLocks noGrp="1"/>
          </p:cNvSpPr>
          <p:nvPr>
            <p:ph type="sldNum" idx="6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38BB630-8F72-445E-A9BC-DC920C6E2F90}" type="slidenum">
              <a:rPr lang="en-US" sz="1200" b="0" u="none" strike="noStrike">
                <a:solidFill>
                  <a:schemeClr val="dk1"/>
                </a:solidFill>
                <a:effectLst/>
                <a:uFillTx/>
                <a:latin typeface="+mn-lt"/>
                <a:ea typeface="+mn-ea"/>
              </a:rPr>
              <a:t>18</a:t>
            </a:fld>
            <a:endParaRPr lang="en-US"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 name="PlaceHolder 1"/>
          <p:cNvSpPr>
            <a:spLocks noGrp="1" noRot="1" noChangeAspect="1"/>
          </p:cNvSpPr>
          <p:nvPr>
            <p:ph type="sldImg"/>
          </p:nvPr>
        </p:nvSpPr>
        <p:spPr>
          <a:xfrm>
            <a:off x="685800" y="1143000"/>
            <a:ext cx="5486040" cy="3085920"/>
          </a:xfrm>
          <a:prstGeom prst="rect">
            <a:avLst/>
          </a:prstGeom>
          <a:ln w="0">
            <a:noFill/>
          </a:ln>
        </p:spPr>
      </p:sp>
      <p:sp>
        <p:nvSpPr>
          <p:cNvPr id="51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Findings: 22 in the tasks-api report, 6 in the title-normalizer report, each report holds one service, never say 28. The question was asked on the previous slide.</a:t>
            </a:r>
          </a:p>
        </p:txBody>
      </p:sp>
      <p:sp>
        <p:nvSpPr>
          <p:cNvPr id="516" name="PlaceHolder 3"/>
          <p:cNvSpPr>
            <a:spLocks noGrp="1"/>
          </p:cNvSpPr>
          <p:nvPr>
            <p:ph type="sldNum" idx="6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7DB726F-C243-43B8-807F-CC8EE0766A7A}" type="slidenum">
              <a:rPr lang="en-US" sz="1200" b="0" u="none" strike="noStrike">
                <a:solidFill>
                  <a:schemeClr val="dk1"/>
                </a:solidFill>
                <a:effectLst/>
                <a:uFillTx/>
                <a:latin typeface="+mn-lt"/>
                <a:ea typeface="+mn-ea"/>
              </a:rPr>
              <a:t>19</a:t>
            </a:fld>
            <a:endParaRPr lang="en-US" sz="1200" b="0" u="none" strike="noStrike">
              <a:solidFill>
                <a:srgbClr val="000000"/>
              </a:solidFill>
              <a:effectLst/>
              <a:uFillTx/>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 name="PlaceHolder 1"/>
          <p:cNvSpPr>
            <a:spLocks noGrp="1" noRot="1" noChangeAspect="1"/>
          </p:cNvSpPr>
          <p:nvPr>
            <p:ph type="sldImg"/>
          </p:nvPr>
        </p:nvSpPr>
        <p:spPr>
          <a:xfrm>
            <a:off x="685800" y="1143000"/>
            <a:ext cx="5486040" cy="3085920"/>
          </a:xfrm>
          <a:prstGeom prst="rect">
            <a:avLst/>
          </a:prstGeom>
          <a:ln w="0">
            <a:noFill/>
          </a:ln>
        </p:spPr>
      </p:sp>
      <p:sp>
        <p:nvSpPr>
          <p:cNvPr id="51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Never cut. Say one sentence as the bridge: "Bandit does not stop a deploy. So we need another rule: where a deploy is allowed to run."</a:t>
            </a:r>
          </a:p>
        </p:txBody>
      </p:sp>
      <p:sp>
        <p:nvSpPr>
          <p:cNvPr id="519" name="PlaceHolder 3"/>
          <p:cNvSpPr>
            <a:spLocks noGrp="1"/>
          </p:cNvSpPr>
          <p:nvPr>
            <p:ph type="sldNum" idx="6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CC97BBB-CFFB-409F-B5C2-01AF3D98907F}" type="slidenum">
              <a:rPr lang="en-US" sz="1200" b="0" u="none" strike="noStrike">
                <a:solidFill>
                  <a:schemeClr val="dk1"/>
                </a:solidFill>
                <a:effectLst/>
                <a:uFillTx/>
                <a:latin typeface="+mn-lt"/>
                <a:ea typeface="+mn-ea"/>
              </a:rPr>
              <a:t>20</a:t>
            </a:fld>
            <a:endParaRPr lang="en-US" sz="12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 name="PlaceHolder 1"/>
          <p:cNvSpPr>
            <a:spLocks noGrp="1" noRot="1" noChangeAspect="1"/>
          </p:cNvSpPr>
          <p:nvPr>
            <p:ph type="sldImg"/>
          </p:nvPr>
        </p:nvSpPr>
        <p:spPr>
          <a:xfrm>
            <a:off x="685800" y="1143000"/>
            <a:ext cx="5486040" cy="3085920"/>
          </a:xfrm>
          <a:prstGeom prst="rect">
            <a:avLst/>
          </a:prstGeom>
          <a:ln w="0">
            <a:noFill/>
          </a:ln>
        </p:spPr>
      </p:sp>
      <p:sp>
        <p:nvSpPr>
          <p:cNvPr id="52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A question for the room, wait 7 seconds. Expected: no, a half-finished change must not go live. Then: a deploy is a decision, so not every run should do it. About 1 minute.</a:t>
            </a:r>
          </a:p>
        </p:txBody>
      </p:sp>
      <p:sp>
        <p:nvSpPr>
          <p:cNvPr id="522" name="PlaceHolder 3"/>
          <p:cNvSpPr>
            <a:spLocks noGrp="1"/>
          </p:cNvSpPr>
          <p:nvPr>
            <p:ph type="sldNum" idx="6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DFB9B51-3389-4427-B44D-728B89F851AB}" type="slidenum">
              <a:rPr lang="en-US" sz="1200" b="0" u="none" strike="noStrike">
                <a:solidFill>
                  <a:schemeClr val="dk1"/>
                </a:solidFill>
                <a:effectLst/>
                <a:uFillTx/>
                <a:latin typeface="+mn-lt"/>
                <a:ea typeface="+mn-ea"/>
              </a:rPr>
              <a:t>21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 name="PlaceHolder 1"/>
          <p:cNvSpPr>
            <a:spLocks noGrp="1" noRot="1" noChangeAspect="1"/>
          </p:cNvSpPr>
          <p:nvPr>
            <p:ph type="sldImg"/>
          </p:nvPr>
        </p:nvSpPr>
        <p:spPr>
          <a:xfrm>
            <a:off x="685800" y="1143000"/>
            <a:ext cx="5486040" cy="3085920"/>
          </a:xfrm>
          <a:prstGeom prst="rect">
            <a:avLst/>
          </a:prstGeom>
          <a:ln w="0">
            <a:noFill/>
          </a:ln>
        </p:spPr>
      </p:sp>
      <p:sp>
        <p:nvSpPr>
          <p:cNvPr id="52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Say: in most teams main is protected, every change arrives as a pull request. We allow pushes to main in this class only because we need to test it. About 1 minute.</a:t>
            </a:r>
          </a:p>
        </p:txBody>
      </p:sp>
      <p:sp>
        <p:nvSpPr>
          <p:cNvPr id="525" name="PlaceHolder 3"/>
          <p:cNvSpPr>
            <a:spLocks noGrp="1"/>
          </p:cNvSpPr>
          <p:nvPr>
            <p:ph type="sldNum" idx="6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C12791D-D04A-41AA-87C9-DFF15AE77C76}" type="slidenum">
              <a:rPr lang="en-US" sz="1200" b="0" u="none" strike="noStrike">
                <a:solidFill>
                  <a:schemeClr val="dk1"/>
                </a:solidFill>
                <a:effectLst/>
                <a:uFillTx/>
                <a:latin typeface="+mn-lt"/>
                <a:ea typeface="+mn-ea"/>
              </a:rPr>
              <a:t>22</a:t>
            </a:fld>
            <a:endParaRPr lang="en-US" sz="1200" b="0" u="none" strike="noStrike">
              <a:solidFill>
                <a:srgbClr val="000000"/>
              </a:solidFill>
              <a:effectLst/>
              <a:uFillTx/>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 name="PlaceHolder 1"/>
          <p:cNvSpPr>
            <a:spLocks noGrp="1" noRot="1" noChangeAspect="1"/>
          </p:cNvSpPr>
          <p:nvPr>
            <p:ph type="sldImg"/>
          </p:nvPr>
        </p:nvSpPr>
        <p:spPr>
          <a:xfrm>
            <a:off x="685800" y="1143000"/>
            <a:ext cx="5486040" cy="3085920"/>
          </a:xfrm>
          <a:prstGeom prst="rect">
            <a:avLst/>
          </a:prstGeom>
          <a:ln w="0">
            <a:noFill/>
          </a:ln>
        </p:spPr>
      </p:sp>
      <p:sp>
        <p:nvSpPr>
          <p:cNvPr id="52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Two pieces, spoken: pull_request starts the workflow when a pull request into main is opened; if: on deploy lets only main through. Say: ref is the branch or pull request this run belongs to. Show the prepared pull request run page (a tab, not Files changed): tests ran, deploy was skipped. Your live demo from the group branch had no gate on purpose: the gate is what you write in step 3. About 1 minute. Break, five minutes. Delete last session's Codespace and create a new one on main now.</a:t>
            </a:r>
          </a:p>
        </p:txBody>
      </p:sp>
      <p:sp>
        <p:nvSpPr>
          <p:cNvPr id="528" name="PlaceHolder 3"/>
          <p:cNvSpPr>
            <a:spLocks noGrp="1"/>
          </p:cNvSpPr>
          <p:nvPr>
            <p:ph type="sldNum" idx="7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4F730F2-F11E-4D0C-A199-53F17F573DE7}" type="slidenum">
              <a:rPr lang="en-US" sz="1200" b="0" u="none" strike="noStrike">
                <a:solidFill>
                  <a:schemeClr val="dk1"/>
                </a:solidFill>
                <a:effectLst/>
                <a:uFillTx/>
                <a:latin typeface="+mn-lt"/>
                <a:ea typeface="+mn-ea"/>
              </a:rPr>
              <a:t>23</a:t>
            </a:fld>
            <a:endParaRPr lang="en-US" sz="1200" b="0" u="none" strike="noStrike">
              <a:solidFill>
                <a:srgbClr val="000000"/>
              </a:solidFill>
              <a:effectLst/>
              <a:uFillTx/>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 name="PlaceHolder 1"/>
          <p:cNvSpPr>
            <a:spLocks noGrp="1" noRot="1" noChangeAspect="1"/>
          </p:cNvSpPr>
          <p:nvPr>
            <p:ph type="sldImg"/>
          </p:nvPr>
        </p:nvSpPr>
        <p:spPr>
          <a:xfrm>
            <a:off x="685800" y="1143000"/>
            <a:ext cx="5486040" cy="3085920"/>
          </a:xfrm>
          <a:prstGeom prst="rect">
            <a:avLst/>
          </a:prstGeom>
          <a:ln w="0">
            <a:noFill/>
          </a:ln>
        </p:spPr>
      </p:sp>
      <p:sp>
        <p:nvSpPr>
          <p:cNvPr id="5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Start of Segment 2. About 20 seconds. Steps 1 and 2 are pushed straight to main; step 3 is done on a branch with a pull request. Say now (0:50): "Done early? Step 2 is an index.html with a link to each report. Step 3 is the gate, on a branch. Start the next step; do not push step 2 before your step 1 run is green. If you finish everything, read your whole ci.yml and explain each job to yourself."</a:t>
            </a:r>
          </a:p>
        </p:txBody>
      </p:sp>
      <p:sp>
        <p:nvSpPr>
          <p:cNvPr id="531" name="PlaceHolder 3"/>
          <p:cNvSpPr>
            <a:spLocks noGrp="1"/>
          </p:cNvSpPr>
          <p:nvPr>
            <p:ph type="sldNum" idx="7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4B1FA65-CBEB-4EB2-BFCD-3093B139D37B}" type="slidenum">
              <a:rPr lang="en-US" sz="1200" b="0" u="none" strike="noStrike">
                <a:solidFill>
                  <a:schemeClr val="dk1"/>
                </a:solidFill>
                <a:effectLst/>
                <a:uFillTx/>
                <a:latin typeface="+mn-lt"/>
                <a:ea typeface="+mn-ea"/>
              </a:rPr>
              <a:t>24</a:t>
            </a:fld>
            <a:endParaRPr lang="en-US" sz="1200" b="0" u="none" strike="noStrike">
              <a:solidFill>
                <a:srgbClr val="000000"/>
              </a:solidFill>
              <a:effectLst/>
              <a:uFillTx/>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PlaceHolder 1"/>
          <p:cNvSpPr>
            <a:spLocks noGrp="1" noRot="1" noChangeAspect="1"/>
          </p:cNvSpPr>
          <p:nvPr>
            <p:ph type="sldImg"/>
          </p:nvPr>
        </p:nvSpPr>
        <p:spPr>
          <a:xfrm>
            <a:off x="685800" y="1143000"/>
            <a:ext cx="5486040" cy="3085920"/>
          </a:xfrm>
          <a:prstGeom prst="rect">
            <a:avLst/>
          </a:prstGeom>
          <a:ln w="0">
            <a:noFill/>
          </a:ln>
        </p:spPr>
      </p:sp>
      <p:sp>
        <p:nvSpPr>
          <p:cNvPr id="5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The help rule, no demo repo this meeting. The answer slide appears at the mark of each step, not before. Slides 37-39 (the two more tasks) are shown only if time remains after step 3; otherwise skipped without comment. Do not announce them.</a:t>
            </a:r>
          </a:p>
        </p:txBody>
      </p:sp>
      <p:sp>
        <p:nvSpPr>
          <p:cNvPr id="534" name="PlaceHolder 3"/>
          <p:cNvSpPr>
            <a:spLocks noGrp="1"/>
          </p:cNvSpPr>
          <p:nvPr>
            <p:ph type="sldNum" idx="7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31037E4-A05A-443C-8B9B-7A8B5B4A12A6}"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 name="PlaceHolder 1"/>
          <p:cNvSpPr>
            <a:spLocks noGrp="1" noRot="1" noChangeAspect="1"/>
          </p:cNvSpPr>
          <p:nvPr>
            <p:ph type="sldImg"/>
          </p:nvPr>
        </p:nvSpPr>
        <p:spPr>
          <a:xfrm>
            <a:off x="685800" y="1143000"/>
            <a:ext cx="5486040" cy="3085920"/>
          </a:xfrm>
          <a:prstGeom prst="rect">
            <a:avLst/>
          </a:prstGeom>
          <a:ln w="0">
            <a:noFill/>
          </a:ln>
        </p:spPr>
      </p:sp>
      <p:sp>
        <p:nvSpPr>
          <p:cNvPr id="5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Where to read a red run: the red job, then the red step, its last lines. No deploy job at all? Look at run_tests first: deploy waits for it. The push loop: save, commit, push to main, Actions tab.</a:t>
            </a:r>
          </a:p>
        </p:txBody>
      </p:sp>
      <p:sp>
        <p:nvSpPr>
          <p:cNvPr id="537" name="PlaceHolder 3"/>
          <p:cNvSpPr>
            <a:spLocks noGrp="1"/>
          </p:cNvSpPr>
          <p:nvPr>
            <p:ph type="sldNum" idx="7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7754109-BB7D-475C-A3C8-1147C5F60252}" type="slidenum">
              <a:rPr lang="en-US" sz="1200" b="0" u="none" strike="noStrike">
                <a:solidFill>
                  <a:schemeClr val="dk1"/>
                </a:solidFill>
                <a:effectLst/>
                <a:uFillTx/>
                <a:latin typeface="+mn-lt"/>
                <a:ea typeface="+mn-ea"/>
              </a:rPr>
              <a:t>26</a:t>
            </a:fld>
            <a:endParaRPr lang="en-US" sz="1200" b="0" u="none" strike="noStrike">
              <a:solidFill>
                <a:srgbClr val="000000"/>
              </a:solidFill>
              <a:effectLst/>
              <a:uFillTx/>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 name="PlaceHolder 1"/>
          <p:cNvSpPr>
            <a:spLocks noGrp="1" noRot="1" noChangeAspect="1"/>
          </p:cNvSpPr>
          <p:nvPr>
            <p:ph type="sldImg"/>
          </p:nvPr>
        </p:nvSpPr>
        <p:spPr>
          <a:xfrm>
            <a:off x="685800" y="1143000"/>
            <a:ext cx="5486040" cy="3085920"/>
          </a:xfrm>
          <a:prstGeom prst="rect">
            <a:avLst/>
          </a:prstGeom>
          <a:ln w="0">
            <a:noFill/>
          </a:ln>
        </p:spPr>
      </p:sp>
      <p:sp>
        <p:nvSpPr>
          <p:cNvPr id="5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Build window 11 min from 0:51: the requirement alone for 3 min, then the hints. Say aloud: you need only the package part and the deploy part, in ONE job; the configure step is allowed, not needed.</a:t>
            </a:r>
          </a:p>
        </p:txBody>
      </p:sp>
      <p:sp>
        <p:nvSpPr>
          <p:cNvPr id="540" name="PlaceHolder 3"/>
          <p:cNvSpPr>
            <a:spLocks noGrp="1"/>
          </p:cNvSpPr>
          <p:nvPr>
            <p:ph type="sldNum" idx="7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F70887F-7F8F-4865-ADF0-7F636DFA71BC}" type="slidenum">
              <a:rPr lang="en-US" sz="1200" b="0" u="none" strike="noStrike">
                <a:solidFill>
                  <a:schemeClr val="dk1"/>
                </a:solidFill>
                <a:effectLst/>
                <a:uFillTx/>
                <a:latin typeface="+mn-lt"/>
                <a:ea typeface="+mn-ea"/>
              </a:rPr>
              <a:t>27</a:t>
            </a:fld>
            <a:endParaRPr lang="en-US" sz="1200" b="0" u="none" strike="noStrike">
              <a:solidFill>
                <a:srgbClr val="000000"/>
              </a:solidFill>
              <a:effectLst/>
              <a:uFillTx/>
              <a:latin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 name="PlaceHolder 1"/>
          <p:cNvSpPr>
            <a:spLocks noGrp="1" noRot="1" noChangeAspect="1"/>
          </p:cNvSpPr>
          <p:nvPr>
            <p:ph type="sldImg"/>
          </p:nvPr>
        </p:nvSpPr>
        <p:spPr>
          <a:xfrm>
            <a:off x="685800" y="1143000"/>
            <a:ext cx="5486040" cy="3085920"/>
          </a:xfrm>
          <a:prstGeom prst="rect">
            <a:avLst/>
          </a:prstGeom>
          <a:ln w="0">
            <a:noFill/>
          </a:ln>
        </p:spPr>
      </p:sp>
      <p:sp>
        <p:nvSpPr>
          <p:cNvPr id="5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a at 0:54, then one per minute (f at 0:59); g and h together at 1:00 (two clicks). After the last click go to slide 29, then slide 30 at 1:02; never go Back. Spoken at hint b (0:55), not on the slide, if you see an old Codespace: "Is your Codespace new? Delete last session's Codespace and create a new one on main now."</a:t>
            </a:r>
          </a:p>
        </p:txBody>
      </p:sp>
      <p:sp>
        <p:nvSpPr>
          <p:cNvPr id="543" name="PlaceHolder 3"/>
          <p:cNvSpPr>
            <a:spLocks noGrp="1"/>
          </p:cNvSpPr>
          <p:nvPr>
            <p:ph type="sldNum" idx="7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56D046A-A9C7-414F-8DA5-7256147A55A9}" type="slidenum">
              <a:rPr lang="en-US" sz="1200" b="0" u="none" strike="noStrike">
                <a:solidFill>
                  <a:schemeClr val="dk1"/>
                </a:solidFill>
                <a:effectLst/>
                <a:uFillTx/>
                <a:latin typeface="+mn-lt"/>
                <a:ea typeface="+mn-ea"/>
              </a:rPr>
              <a:t>28</a:t>
            </a:fld>
            <a:endParaRPr lang="en-US" sz="1200" b="0" u="none" strike="noStrike">
              <a:solidFill>
                <a:srgbClr val="000000"/>
              </a:solidFill>
              <a:effectLst/>
              <a:uFillTx/>
              <a:latin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 name="PlaceHolder 1"/>
          <p:cNvSpPr>
            <a:spLocks noGrp="1" noRot="1" noChangeAspect="1"/>
          </p:cNvSpPr>
          <p:nvPr>
            <p:ph type="sldImg"/>
          </p:nvPr>
        </p:nvSpPr>
        <p:spPr>
          <a:xfrm>
            <a:off x="685800" y="1143000"/>
            <a:ext cx="5486040" cy="3085920"/>
          </a:xfrm>
          <a:prstGeom prst="rect">
            <a:avLst/>
          </a:prstGeom>
          <a:ln w="0">
            <a:noFill/>
          </a:ln>
        </p:spPr>
      </p:sp>
      <p:sp>
        <p:nvSpPr>
          <p:cNvPr id="5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Shown after the last click of slide 28 (about 1:01), then slide 30 at 1:02; never go back. If nobody is behind, click through in a few seconds. This is the skeleton slide, not the timing "Variant L" of the run sheet.</a:t>
            </a:r>
          </a:p>
        </p:txBody>
      </p:sp>
      <p:sp>
        <p:nvSpPr>
          <p:cNvPr id="546" name="PlaceHolder 3"/>
          <p:cNvSpPr>
            <a:spLocks noGrp="1"/>
          </p:cNvSpPr>
          <p:nvPr>
            <p:ph type="sldNum" idx="7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E5AD187-DF51-4208-B250-33540426AA3D}" type="slidenum">
              <a:rPr lang="en-US" sz="1200" b="0" u="none" strike="noStrike">
                <a:solidFill>
                  <a:schemeClr val="dk1"/>
                </a:solidFill>
                <a:effectLst/>
                <a:uFillTx/>
                <a:latin typeface="+mn-lt"/>
                <a:ea typeface="+mn-ea"/>
              </a:rPr>
              <a:t>29</a:t>
            </a:fld>
            <a:endParaRPr lang="en-US" sz="1200" b="0" u="none" strike="noStrike">
              <a:solidFill>
                <a:srgbClr val="000000"/>
              </a:solidFill>
              <a:effectLst/>
              <a:uFillTx/>
              <a:latin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 name="PlaceHolder 1"/>
          <p:cNvSpPr>
            <a:spLocks noGrp="1" noRot="1" noChangeAspect="1"/>
          </p:cNvSpPr>
          <p:nvPr>
            <p:ph type="sldImg"/>
          </p:nvPr>
        </p:nvSpPr>
        <p:spPr>
          <a:xfrm>
            <a:off x="685800" y="1143000"/>
            <a:ext cx="5486040" cy="3085920"/>
          </a:xfrm>
          <a:prstGeom prst="rect">
            <a:avLst/>
          </a:prstGeom>
          <a:ln w="0">
            <a:noFill/>
          </a:ln>
        </p:spPr>
      </p:sp>
      <p:sp>
        <p:nvSpPr>
          <p:cNvPr id="5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Show at 1:02. Say the fast-finisher line again (see the Three steps note). Ask "pushed?". At 1:06 ask "step 1 green?" by hands: more than half yes, open the step 2 hints at once (see the Step 2 stuck note). Run and "green?" at 1:09, open .../tasks-api-3.12-bandit-report.html. Explain this line: needs, then permissions, then environment. Say "needs waits for all six matrix jobs" again before the first run. Checkpoint C3.</a:t>
            </a:r>
          </a:p>
        </p:txBody>
      </p:sp>
      <p:sp>
        <p:nvSpPr>
          <p:cNvPr id="549" name="PlaceHolder 3"/>
          <p:cNvSpPr>
            <a:spLocks noGrp="1"/>
          </p:cNvSpPr>
          <p:nvPr>
            <p:ph type="sldNum" idx="7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454AA4D-7383-40CD-B84E-5B0421B4C4CA}" type="slidenum">
              <a:rPr lang="en-US" sz="1200" b="0" u="none" strike="noStrike">
                <a:solidFill>
                  <a:schemeClr val="dk1"/>
                </a:solidFill>
                <a:effectLst/>
                <a:uFillTx/>
                <a:latin typeface="+mn-lt"/>
                <a:ea typeface="+mn-ea"/>
              </a:rPr>
              <a:t>30</a:t>
            </a:fld>
            <a:endParaRPr lang="en-US" sz="1200" b="0" u="none" strike="noStrike">
              <a:solidFill>
                <a:srgbClr val="000000"/>
              </a:solidFill>
              <a:effectLst/>
              <a:uFillTx/>
              <a:latin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 name="PlaceHolder 1"/>
          <p:cNvSpPr>
            <a:spLocks noGrp="1" noRot="1" noChangeAspect="1"/>
          </p:cNvSpPr>
          <p:nvPr>
            <p:ph type="sldImg"/>
          </p:nvPr>
        </p:nvSpPr>
        <p:spPr>
          <a:xfrm>
            <a:off x="685800" y="1143000"/>
            <a:ext cx="5486040" cy="3085920"/>
          </a:xfrm>
          <a:prstGeom prst="rect">
            <a:avLst/>
          </a:prstGeom>
          <a:ln w="0">
            <a:noFill/>
          </a:ln>
        </p:spPr>
      </p:sp>
      <p:sp>
        <p:nvSpPr>
          <p:cNvPr id="5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Put it on screen at about 1:05, during the step 1 run wait: students read it, nobody pushes before their step 1 run is green. Build window 3 min from 1:09. While the step 1 run goes, say once where the pytest output lives: the step redirects with &gt;, so a red test run shows little in the step log; the output is in the artifact &lt;service&gt;-&lt;py&gt; test report, uploaded with if: always().</a:t>
            </a:r>
          </a:p>
        </p:txBody>
      </p:sp>
      <p:sp>
        <p:nvSpPr>
          <p:cNvPr id="552" name="PlaceHolder 3"/>
          <p:cNvSpPr>
            <a:spLocks noGrp="1"/>
          </p:cNvSpPr>
          <p:nvPr>
            <p:ph type="sldNum" idx="7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4EADB36-AD5C-4C4F-A9C3-7DC63387643A}" type="slidenum">
              <a:rPr lang="en-US" sz="1200" b="0" u="none" strike="noStrike">
                <a:solidFill>
                  <a:schemeClr val="dk1"/>
                </a:solidFill>
                <a:effectLst/>
                <a:uFillTx/>
                <a:latin typeface="+mn-lt"/>
                <a:ea typeface="+mn-ea"/>
              </a:rPr>
              <a:t>31</a:t>
            </a:fld>
            <a:endParaRPr lang="en-US" sz="1200" b="0" u="none" strike="noStrike">
              <a:solidFill>
                <a:srgbClr val="000000"/>
              </a:solidFill>
              <a:effectLst/>
              <a:uFillTx/>
              <a:latin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 name="PlaceHolder 1"/>
          <p:cNvSpPr>
            <a:spLocks noGrp="1" noRot="1" noChangeAspect="1"/>
          </p:cNvSpPr>
          <p:nvPr>
            <p:ph type="sldImg"/>
          </p:nvPr>
        </p:nvSpPr>
        <p:spPr>
          <a:xfrm>
            <a:off x="685800" y="1143000"/>
            <a:ext cx="5486040" cy="3085920"/>
          </a:xfrm>
          <a:prstGeom prst="rect">
            <a:avLst/>
          </a:prstGeom>
          <a:ln w="0">
            <a:noFill/>
          </a:ln>
        </p:spPr>
      </p:sp>
      <p:sp>
        <p:nvSpPr>
          <p:cNvPr id="5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a at 1:10, b, c and d together at 1:11. If more than half have step 1 green at 1:06 (hands), open the hints earlier: a 1:08, b 1:09, c 1:10, d 1:11; the answer stays at 1:12.</a:t>
            </a:r>
          </a:p>
        </p:txBody>
      </p:sp>
      <p:sp>
        <p:nvSpPr>
          <p:cNvPr id="555" name="PlaceHolder 3"/>
          <p:cNvSpPr>
            <a:spLocks noGrp="1"/>
          </p:cNvSpPr>
          <p:nvPr>
            <p:ph type="sldNum" idx="7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818E274-043E-4600-8C91-1A1CEE9A8CD4}" type="slidenum">
              <a:rPr lang="en-US" sz="1200" b="0" u="none" strike="noStrike">
                <a:solidFill>
                  <a:schemeClr val="dk1"/>
                </a:solidFill>
                <a:effectLst/>
                <a:uFillTx/>
                <a:latin typeface="+mn-lt"/>
                <a:ea typeface="+mn-ea"/>
              </a:rPr>
              <a:t>32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 name="PlaceHolder 1"/>
          <p:cNvSpPr>
            <a:spLocks noGrp="1" noRot="1" noChangeAspect="1"/>
          </p:cNvSpPr>
          <p:nvPr>
            <p:ph type="sldImg"/>
          </p:nvPr>
        </p:nvSpPr>
        <p:spPr>
          <a:xfrm>
            <a:off x="685800" y="1143000"/>
            <a:ext cx="5486040" cy="3085920"/>
          </a:xfrm>
          <a:prstGeom prst="rect">
            <a:avLst/>
          </a:prstGeom>
          <a:ln w="0">
            <a:noFill/>
          </a:ln>
        </p:spPr>
      </p:sp>
      <p:sp>
        <p:nvSpPr>
          <p:cNvPr id="5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Show at 1:12. Ask "pushed?". Then slide 34 goes up at once (step 3 is built while this run goes). Run and "green?" at 1:19, open the site root and both links. Checkpoint C4. Explain this block: cat &gt; _site/index.html &lt;&lt;'EOF' writes everything up to the line EOF into the file; EOF must stay at the left edge of the block, same indent as the other lines. The heading rule, spoken at slide 34: use your first name.</a:t>
            </a:r>
          </a:p>
        </p:txBody>
      </p:sp>
      <p:sp>
        <p:nvSpPr>
          <p:cNvPr id="558" name="PlaceHolder 3"/>
          <p:cNvSpPr>
            <a:spLocks noGrp="1"/>
          </p:cNvSpPr>
          <p:nvPr>
            <p:ph type="sldNum" idx="8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8449B3E-F474-468B-B4C6-9E97260672BA}" type="slidenum">
              <a:rPr lang="en-US" sz="1200" b="0" u="none" strike="noStrike">
                <a:solidFill>
                  <a:schemeClr val="dk1"/>
                </a:solidFill>
                <a:effectLst/>
                <a:uFillTx/>
                <a:latin typeface="+mn-lt"/>
                <a:ea typeface="+mn-ea"/>
              </a:rPr>
              <a:t>33</a:t>
            </a:fld>
            <a:endParaRPr lang="en-US" sz="1200" b="0" u="none" strike="noStrike">
              <a:solidFill>
                <a:srgbClr val="000000"/>
              </a:solidFill>
              <a:effectLst/>
              <a:uFillTx/>
              <a:latin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 name="PlaceHolder 1"/>
          <p:cNvSpPr>
            <a:spLocks noGrp="1" noRot="1" noChangeAspect="1"/>
          </p:cNvSpPr>
          <p:nvPr>
            <p:ph type="sldImg"/>
          </p:nvPr>
        </p:nvSpPr>
        <p:spPr>
          <a:xfrm>
            <a:off x="685800" y="1143000"/>
            <a:ext cx="5486040" cy="3085920"/>
          </a:xfrm>
          <a:prstGeom prst="rect">
            <a:avLst/>
          </a:prstGeom>
          <a:ln w="0">
            <a:noFill/>
          </a:ln>
        </p:spPr>
      </p:sp>
      <p:sp>
        <p:nvSpPr>
          <p:cNvPr id="5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Up at about 1:13, right after the step 2 "pushed?" question. Say aloud at 1:13: "git commit is part of the flow: add, commit, push." The requirement alone for 1 minute, then the hints. Build window 6 min (1:13-1:19), it overlaps the step 2 run wait. Do not merge before step 2 is green (two deploys at once). Pull request via the web UI is the primary path; gh pr create is an optional shortcut. Heading: use your first name.</a:t>
            </a:r>
          </a:p>
        </p:txBody>
      </p:sp>
      <p:sp>
        <p:nvSpPr>
          <p:cNvPr id="561" name="PlaceHolder 3"/>
          <p:cNvSpPr>
            <a:spLocks noGrp="1"/>
          </p:cNvSpPr>
          <p:nvPr>
            <p:ph type="sldNum" idx="8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1E67F73-C5D9-404A-BBDF-EB5454C1ED7B}" type="slidenum">
              <a:rPr lang="en-US" sz="1200" b="0" u="none" strike="noStrike">
                <a:solidFill>
                  <a:schemeClr val="dk1"/>
                </a:solidFill>
                <a:effectLst/>
                <a:uFillTx/>
                <a:latin typeface="+mn-lt"/>
                <a:ea typeface="+mn-ea"/>
              </a:rPr>
              <a:t>34</a:t>
            </a:fld>
            <a:endParaRPr lang="en-US" sz="1200" b="0" u="none" strike="noStrike">
              <a:solidFill>
                <a:srgbClr val="000000"/>
              </a:solidFill>
              <a:effectLst/>
              <a:uFillTx/>
              <a:latin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 name="PlaceHolder 1"/>
          <p:cNvSpPr>
            <a:spLocks noGrp="1" noRot="1" noChangeAspect="1"/>
          </p:cNvSpPr>
          <p:nvPr>
            <p:ph type="sldImg"/>
          </p:nvPr>
        </p:nvSpPr>
        <p:spPr>
          <a:xfrm>
            <a:off x="685800" y="1143000"/>
            <a:ext cx="5486040" cy="3085920"/>
          </a:xfrm>
          <a:prstGeom prst="rect">
            <a:avLst/>
          </a:prstGeom>
          <a:ln w="0">
            <a:noFill/>
          </a:ln>
        </p:spPr>
      </p:sp>
      <p:sp>
        <p:nvSpPr>
          <p:cNvPr id="5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a at 1:14, b and c at 1:15, d and e at 1:16, f and g at 1:17 (two clicks each). Nothing new 1:17-1:19: build and push time.</a:t>
            </a:r>
          </a:p>
        </p:txBody>
      </p:sp>
      <p:sp>
        <p:nvSpPr>
          <p:cNvPr id="564" name="PlaceHolder 3"/>
          <p:cNvSpPr>
            <a:spLocks noGrp="1"/>
          </p:cNvSpPr>
          <p:nvPr>
            <p:ph type="sldNum" idx="8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2B2F80A-AA17-4E77-89ED-CAC11F05ADF4}" type="slidenum">
              <a:rPr lang="en-US" sz="1200" b="0" u="none" strike="noStrike">
                <a:solidFill>
                  <a:schemeClr val="dk1"/>
                </a:solidFill>
                <a:effectLst/>
                <a:uFillTx/>
                <a:latin typeface="+mn-lt"/>
                <a:ea typeface="+mn-ea"/>
              </a:rPr>
              <a:t>35</a:t>
            </a:fld>
            <a:endParaRPr lang="en-US" sz="1200" b="0" u="none" strike="noStrike">
              <a:solidFill>
                <a:srgbClr val="000000"/>
              </a:solidFill>
              <a:effectLst/>
              <a:uFillTx/>
              <a:latin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 name="PlaceHolder 1"/>
          <p:cNvSpPr>
            <a:spLocks noGrp="1" noRot="1" noChangeAspect="1"/>
          </p:cNvSpPr>
          <p:nvPr>
            <p:ph type="sldImg"/>
          </p:nvPr>
        </p:nvSpPr>
        <p:spPr>
          <a:xfrm>
            <a:off x="685800" y="1143000"/>
            <a:ext cx="5486040" cy="3085920"/>
          </a:xfrm>
          <a:prstGeom prst="rect">
            <a:avLst/>
          </a:prstGeom>
          <a:ln w="0">
            <a:noFill/>
          </a:ln>
        </p:spPr>
      </p:sp>
      <p:sp>
        <p:nvSpPr>
          <p:cNvPr id="5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Show at 1:19. Ask "pull request open?" by hands, then "deploy skipped on its run?" with the call (checkpoint C5). The call, in these words: "Merge when two things are true: your pull request run shows deploy skipped, and your step 2 run is green." (check C4 "green?" at the same moment). If fewer than half have a pull request open at 1:19, this slide stays up one more minute and the call moves to 1:21. Explain this line: if: (which runs get past it), pull_request with branches (the branch it goes into). During the merge run wait: 1:21 "stop your Codespace now" (not if slide 37 follows, the more tasks need it), 1:22 the exit question "Why does the pull request run skip deploy and the merge run not?", 1:23 jump by number to slide 29: "Four gaps: needs, permissions, environment, download: what goes in each, what breaks without it?" then back to this slide by number: "What does this line stop?" Slides 37-39 last.</a:t>
            </a:r>
          </a:p>
        </p:txBody>
      </p:sp>
      <p:sp>
        <p:nvSpPr>
          <p:cNvPr id="567" name="PlaceHolder 3"/>
          <p:cNvSpPr>
            <a:spLocks noGrp="1"/>
          </p:cNvSpPr>
          <p:nvPr>
            <p:ph type="sldNum" idx="8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A3AF07D-EC8D-4677-9934-49214EEFF4D0}" type="slidenum">
              <a:rPr lang="en-US" sz="1200" b="0" u="none" strike="noStrike">
                <a:solidFill>
                  <a:schemeClr val="dk1"/>
                </a:solidFill>
                <a:effectLst/>
                <a:uFillTx/>
                <a:latin typeface="+mn-lt"/>
                <a:ea typeface="+mn-ea"/>
              </a:rPr>
              <a:t>36</a:t>
            </a:fld>
            <a:endParaRPr lang="en-US" sz="1200" b="0" u="none" strike="noStrike">
              <a:solidFill>
                <a:srgbClr val="000000"/>
              </a:solidFill>
              <a:effectLst/>
              <a:uFillTx/>
              <a:latin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 name="PlaceHolder 1"/>
          <p:cNvSpPr>
            <a:spLocks noGrp="1" noRot="1" noChangeAspect="1"/>
          </p:cNvSpPr>
          <p:nvPr>
            <p:ph type="sldImg"/>
          </p:nvPr>
        </p:nvSpPr>
        <p:spPr>
          <a:xfrm>
            <a:off x="685800" y="1143000"/>
            <a:ext cx="5486400" cy="3086100"/>
          </a:xfrm>
          <a:prstGeom prst="rect">
            <a:avLst/>
          </a:prstGeom>
          <a:ln w="0">
            <a:noFill/>
          </a:ln>
        </p:spPr>
      </p:sp>
      <p:sp>
        <p:nvSpPr>
          <p:cNvPr id="5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Show this when time remains after step 3. Two tasks like the others: no clock, you choose the tool and how to do it. Say now: "if you do the two more tasks, keep your Codespace". Documenting the Python code is fine. The second one is an experiment: if a run is red, read what it says.</a:t>
            </a:r>
          </a:p>
        </p:txBody>
      </p:sp>
      <p:sp>
        <p:nvSpPr>
          <p:cNvPr id="570" name="PlaceHolder 3"/>
          <p:cNvSpPr>
            <a:spLocks noGrp="1"/>
          </p:cNvSpPr>
          <p:nvPr>
            <p:ph type="sldNum" idx="8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3BF5F11-0EDD-4307-97B4-33D7A7A5DEBF}" type="slidenum">
              <a:rPr lang="en-US" sz="1200" b="0" u="none" strike="noStrike">
                <a:solidFill>
                  <a:schemeClr val="dk1"/>
                </a:solidFill>
                <a:effectLst/>
                <a:uFillTx/>
                <a:latin typeface="+mn-lt"/>
                <a:ea typeface="+mn-ea"/>
              </a:rPr>
              <a:t>37</a:t>
            </a:fld>
            <a:endParaRPr lang="en-US" sz="1200" b="0" u="none" strike="noStrike">
              <a:solidFill>
                <a:srgbClr val="000000"/>
              </a:solidFill>
              <a:effectLst/>
              <a:uFillTx/>
              <a:latin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 name="PlaceHolder 1"/>
          <p:cNvSpPr>
            <a:spLocks noGrp="1" noRot="1" noChangeAspect="1"/>
          </p:cNvSpPr>
          <p:nvPr>
            <p:ph type="sldImg"/>
          </p:nvPr>
        </p:nvSpPr>
        <p:spPr>
          <a:xfrm>
            <a:off x="685800" y="1143000"/>
            <a:ext cx="5486040" cy="3085920"/>
          </a:xfrm>
          <a:prstGeom prst="rect">
            <a:avLst/>
          </a:prstGeom>
          <a:ln w="0">
            <a:noFill/>
          </a:ln>
        </p:spPr>
      </p:sp>
      <p:sp>
        <p:nvSpPr>
          <p:cNvPr id="57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Hints for the two more tasks, read at the student's table. Left is task 1, right is task 2. One pair of hints appears per click; the right side has four, so the last click shows only the left.</a:t>
            </a:r>
          </a:p>
        </p:txBody>
      </p:sp>
      <p:sp>
        <p:nvSpPr>
          <p:cNvPr id="573" name="PlaceHolder 3"/>
          <p:cNvSpPr>
            <a:spLocks noGrp="1"/>
          </p:cNvSpPr>
          <p:nvPr>
            <p:ph type="sldNum" idx="8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5F28B3A-4CC2-4D67-9D21-8E0842D5425F}" type="slidenum">
              <a:rPr lang="en-US" sz="1200" b="0" u="none" strike="noStrike">
                <a:solidFill>
                  <a:schemeClr val="dk1"/>
                </a:solidFill>
                <a:effectLst/>
                <a:uFillTx/>
                <a:latin typeface="+mn-lt"/>
                <a:ea typeface="+mn-ea"/>
              </a:rPr>
              <a:t>38</a:t>
            </a:fld>
            <a:endParaRPr lang="en-US" sz="1200" b="0" u="none" strike="noStrike">
              <a:solidFill>
                <a:srgbClr val="000000"/>
              </a:solidFill>
              <a:effectLst/>
              <a:uFillTx/>
              <a:latin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 name="PlaceHolder 1"/>
          <p:cNvSpPr>
            <a:spLocks noGrp="1" noRot="1" noChangeAspect="1"/>
          </p:cNvSpPr>
          <p:nvPr>
            <p:ph type="sldImg"/>
          </p:nvPr>
        </p:nvSpPr>
        <p:spPr>
          <a:xfrm>
            <a:off x="685800" y="1143000"/>
            <a:ext cx="5486040" cy="3085920"/>
          </a:xfrm>
          <a:prstGeom prst="rect">
            <a:avLst/>
          </a:prstGeom>
          <a:ln w="0">
            <a:noFill/>
          </a:ln>
        </p:spPr>
      </p:sp>
      <p:sp>
        <p:nvSpPr>
          <p:cNvPr id="57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Show when someone asks where to start with task 1. The choice stays theirs: these are starting points, listed easiest first, not the answer.</a:t>
            </a:r>
          </a:p>
        </p:txBody>
      </p:sp>
      <p:sp>
        <p:nvSpPr>
          <p:cNvPr id="576" name="PlaceHolder 3"/>
          <p:cNvSpPr>
            <a:spLocks noGrp="1"/>
          </p:cNvSpPr>
          <p:nvPr>
            <p:ph type="sldNum" idx="8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31CBA75-1A02-4253-912A-56A7245E8C83}" type="slidenum">
              <a:rPr lang="en-US" sz="1200" b="0" u="none" strike="noStrike">
                <a:solidFill>
                  <a:schemeClr val="dk1"/>
                </a:solidFill>
                <a:effectLst/>
                <a:uFillTx/>
                <a:latin typeface="+mn-lt"/>
                <a:ea typeface="+mn-ea"/>
              </a:rPr>
              <a:t>39</a:t>
            </a:fld>
            <a:endParaRPr lang="en-US" sz="1200" b="0" u="none" strike="noStrike">
              <a:solidFill>
                <a:srgbClr val="000000"/>
              </a:solidFill>
              <a:effectLst/>
              <a:uFillTx/>
              <a:latin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 name="PlaceHolder 1"/>
          <p:cNvSpPr>
            <a:spLocks noGrp="1" noRot="1" noChangeAspect="1"/>
          </p:cNvSpPr>
          <p:nvPr>
            <p:ph type="sldImg"/>
          </p:nvPr>
        </p:nvSpPr>
        <p:spPr>
          <a:xfrm>
            <a:off x="685800" y="1143000"/>
            <a:ext cx="5486040" cy="3085920"/>
          </a:xfrm>
          <a:prstGeom prst="rect">
            <a:avLst/>
          </a:prstGeom>
          <a:ln w="0">
            <a:noFill/>
          </a:ln>
        </p:spPr>
      </p:sp>
      <p:sp>
        <p:nvSpPr>
          <p:cNvPr id="57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Slot 1:27-1:28 after the merge run is green. Checkpoint C6: the site opens, your heading is visible, both reports open. If you still see the old heading, open the run page and the environment URL, wait and reload. The exit question and the recap were asked during the merge run wait.</a:t>
            </a:r>
          </a:p>
        </p:txBody>
      </p:sp>
      <p:sp>
        <p:nvSpPr>
          <p:cNvPr id="579" name="PlaceHolder 3"/>
          <p:cNvSpPr>
            <a:spLocks noGrp="1"/>
          </p:cNvSpPr>
          <p:nvPr>
            <p:ph type="sldNum" idx="8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AF9E81D-6A19-4FAA-95BA-C70FC7B4B17A}" type="slidenum">
              <a:rPr lang="en-US" sz="1200" b="0" u="none" strike="noStrike">
                <a:solidFill>
                  <a:schemeClr val="dk1"/>
                </a:solidFill>
                <a:effectLst/>
                <a:uFillTx/>
                <a:latin typeface="+mn-lt"/>
                <a:ea typeface="+mn-ea"/>
              </a:rPr>
              <a:t>40</a:t>
            </a:fld>
            <a:endParaRPr lang="en-US" sz="1200" b="0" u="none" strike="noStrike">
              <a:solidFill>
                <a:srgbClr val="000000"/>
              </a:solidFill>
              <a:effectLst/>
              <a:uFillTx/>
              <a:latin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 name="PlaceHolder 1"/>
          <p:cNvSpPr>
            <a:spLocks noGrp="1" noRot="1" noChangeAspect="1"/>
          </p:cNvSpPr>
          <p:nvPr>
            <p:ph type="sldImg"/>
          </p:nvPr>
        </p:nvSpPr>
        <p:spPr>
          <a:xfrm>
            <a:off x="685800" y="1143000"/>
            <a:ext cx="5486040" cy="3085920"/>
          </a:xfrm>
          <a:prstGeom prst="rect">
            <a:avLst/>
          </a:prstGeom>
          <a:ln w="0">
            <a:noFill/>
          </a:ln>
        </p:spPr>
      </p:sp>
      <p:sp>
        <p:nvSpPr>
          <p:cNvPr id="58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Never cut. The line "stop your Codespace now" is said at the merge run (slide 36 is up), not here. Spoken only: what a student who missed the meeting does at the start of the next one (listed in CHANGES-meeting-03.md); not homework.</a:t>
            </a:r>
          </a:p>
        </p:txBody>
      </p:sp>
      <p:sp>
        <p:nvSpPr>
          <p:cNvPr id="582" name="PlaceHolder 3"/>
          <p:cNvSpPr>
            <a:spLocks noGrp="1"/>
          </p:cNvSpPr>
          <p:nvPr>
            <p:ph type="sldNum" idx="8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0A84867-D471-4CD5-A283-FC0E8C81D928}" type="slidenum">
              <a:rPr lang="en-US" sz="1200" b="0" u="none" strike="noStrike">
                <a:solidFill>
                  <a:schemeClr val="dk1"/>
                </a:solidFill>
                <a:effectLst/>
                <a:uFillTx/>
                <a:latin typeface="+mn-lt"/>
                <a:ea typeface="+mn-ea"/>
              </a:rPr>
              <a:t>41</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sldNum" idx="1"/>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F3F5F7"/>
                </a:solidFill>
                <a:effectLst/>
                <a:uFillTx/>
                <a:latin typeface="Calibri"/>
              </a:defRPr>
            </a:lvl1pPr>
          </a:lstStyle>
          <a:p>
            <a:pPr indent="0" algn="r" defTabSz="914400">
              <a:lnSpc>
                <a:spcPct val="100000"/>
              </a:lnSpc>
              <a:buNone/>
            </a:pPr>
            <a:fld id="{F36A7EED-235E-465A-8E4D-0991F5972143}" type="slidenum">
              <a:rPr lang="en-US" sz="1000" b="0" u="none" strike="noStrike">
                <a:solidFill>
                  <a:srgbClr val="F3F5F7"/>
                </a:solidFill>
                <a:effectLst/>
                <a:uFillTx/>
                <a:latin typeface="Calibri"/>
              </a:rPr>
              <a:t>‹#›</a:t>
            </a:fld>
            <a:endParaRPr lang="en-US" sz="10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DARK">
    <p:bg>
      <p:bgPr>
        <a:solidFill>
          <a:srgbClr val="161B22"/>
        </a:solidFill>
        <a:effectLst/>
      </p:bgPr>
    </p:bg>
    <p:spTree>
      <p:nvGrpSpPr>
        <p:cNvPr id="1" name=""/>
        <p:cNvGrpSpPr/>
        <p:nvPr/>
      </p:nvGrpSpPr>
      <p:grpSpPr>
        <a:xfrm>
          <a:off x="0" y="0"/>
          <a:ext cx="0" cy="0"/>
          <a:chOff x="0" y="0"/>
          <a:chExt cx="0" cy="0"/>
        </a:xfrm>
      </p:grpSpPr>
      <p:sp>
        <p:nvSpPr>
          <p:cNvPr id="3" name="Shape 0"/>
          <p:cNvSpPr/>
          <p:nvPr/>
        </p:nvSpPr>
        <p:spPr>
          <a:xfrm>
            <a:off x="0" y="0"/>
            <a:ext cx="9143640" cy="5143320"/>
          </a:xfrm>
          <a:prstGeom prst="rect">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 name="PlaceHolder 1"/>
          <p:cNvSpPr>
            <a:spLocks noGrp="1"/>
          </p:cNvSpPr>
          <p:nvPr>
            <p:ph type="title" hasCustomPrompt="1"/>
          </p:nvPr>
        </p:nvSpPr>
        <p:spPr>
          <a:xfrm>
            <a:off x="548640" y="320040"/>
            <a:ext cx="8046360" cy="73116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3400" b="1" u="none" strike="noStrike">
                <a:solidFill>
                  <a:schemeClr val="lt1"/>
                </a:solidFill>
                <a:effectLst/>
                <a:uFillTx/>
                <a:latin typeface="Cambria"/>
              </a:defRPr>
            </a:lvl1pPr>
          </a:lstStyle>
          <a:p>
            <a:pPr indent="0" algn="l" defTabSz="914400">
              <a:lnSpc>
                <a:spcPct val="100000"/>
              </a:lnSpc>
              <a:buNone/>
              <a:tabLst>
                <a:tab pos="0" algn="l"/>
              </a:tabLst>
            </a:pPr>
            <a:r>
              <a:rPr lang="en-US" sz="3400" b="1" u="none" strike="noStrike">
                <a:solidFill>
                  <a:schemeClr val="lt1"/>
                </a:solidFill>
                <a:effectLst/>
                <a:uFillTx/>
                <a:latin typeface="Cambria"/>
              </a:rPr>
              <a:t>Title</a:t>
            </a:r>
          </a:p>
        </p:txBody>
      </p:sp>
      <p:sp>
        <p:nvSpPr>
          <p:cNvPr id="5" name="PlaceHolder 2"/>
          <p:cNvSpPr>
            <a:spLocks noGrp="1"/>
          </p:cNvSpPr>
          <p:nvPr>
            <p:ph type="sldNum" idx="2"/>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lt2"/>
                </a:solidFill>
                <a:effectLst/>
                <a:uFillTx/>
                <a:latin typeface="Calibri"/>
              </a:defRPr>
            </a:lvl1pPr>
          </a:lstStyle>
          <a:p>
            <a:pPr indent="0" algn="r" defTabSz="914400">
              <a:lnSpc>
                <a:spcPct val="100000"/>
              </a:lnSpc>
              <a:buNone/>
            </a:pPr>
            <a:fld id="{FE6C6EA6-34DE-45D6-B5D0-797F50596556}" type="slidenum">
              <a:rPr lang="en-US" sz="1000" b="0" u="none" strike="noStrike">
                <a:solidFill>
                  <a:schemeClr val="lt2"/>
                </a:solidFill>
                <a:effectLst/>
                <a:uFillTx/>
                <a:latin typeface="Calibri"/>
              </a:rPr>
              <a:t>‹#›</a:t>
            </a:fld>
            <a:endParaRPr lang="en-US" sz="1000" b="0" u="none" strike="noStrike">
              <a:solidFill>
                <a:srgbClr val="FFFFFF"/>
              </a:solidFill>
              <a:effectLst/>
              <a:uFillTx/>
              <a:latin typeface="Times New Roman"/>
            </a:endParaRPr>
          </a:p>
        </p:txBody>
      </p:sp>
      <p:sp>
        <p:nvSpPr>
          <p:cNvPr id="6"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FFFFFF"/>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FFFFFF"/>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FFFFFF"/>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FFFFFF"/>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FFFFFF"/>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FFFFFF"/>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FFFFFF"/>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FFFFFF"/>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spcBef>
                <a:spcPts val="1134"/>
              </a:spcBef>
              <a:buClr>
                <a:srgbClr val="FFFFFF"/>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spcBef>
                <a:spcPts val="850"/>
              </a:spcBef>
              <a:buClr>
                <a:srgbClr val="FFFFFF"/>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spcBef>
                <a:spcPts val="567"/>
              </a:spcBef>
              <a:buClr>
                <a:srgbClr val="FFFFFF"/>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spcBef>
                <a:spcPts val="283"/>
              </a:spcBef>
              <a:buClr>
                <a:srgbClr val="FFFFFF"/>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spcBef>
                <a:spcPts val="283"/>
              </a:spcBef>
              <a:buClr>
                <a:srgbClr val="FFFFFF"/>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spcBef>
                <a:spcPts val="283"/>
              </a:spcBef>
              <a:buClr>
                <a:srgbClr val="FFFFFF"/>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LIGHT">
    <p:bg>
      <p:bgPr>
        <a:solidFill>
          <a:srgbClr val="FFFFFF"/>
        </a:solidFill>
        <a:effectLst/>
      </p:bgPr>
    </p:bg>
    <p:spTree>
      <p:nvGrpSpPr>
        <p:cNvPr id="1" name=""/>
        <p:cNvGrpSpPr/>
        <p:nvPr/>
      </p:nvGrpSpPr>
      <p:grpSpPr>
        <a:xfrm>
          <a:off x="0" y="0"/>
          <a:ext cx="0" cy="0"/>
          <a:chOff x="0" y="0"/>
          <a:chExt cx="0" cy="0"/>
        </a:xfrm>
      </p:grpSpPr>
      <p:sp>
        <p:nvSpPr>
          <p:cNvPr id="7" name="Shape 0"/>
          <p:cNvSpPr/>
          <p:nvPr/>
        </p:nvSpPr>
        <p:spPr>
          <a:xfrm>
            <a:off x="0" y="0"/>
            <a:ext cx="9143640" cy="514332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 name="PlaceHolder 1"/>
          <p:cNvSpPr>
            <a:spLocks noGrp="1"/>
          </p:cNvSpPr>
          <p:nvPr>
            <p:ph type="title" hasCustomPrompt="1"/>
          </p:nvPr>
        </p:nvSpPr>
        <p:spPr>
          <a:xfrm>
            <a:off x="548640" y="320040"/>
            <a:ext cx="8046360" cy="73116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3400" b="1" u="none" strike="noStrike">
                <a:solidFill>
                  <a:schemeClr val="dk1"/>
                </a:solidFill>
                <a:effectLst/>
                <a:uFillTx/>
                <a:latin typeface="Cambria"/>
              </a:defRPr>
            </a:lvl1pPr>
          </a:lstStyle>
          <a:p>
            <a:pPr indent="0" algn="l" defTabSz="914400">
              <a:lnSpc>
                <a:spcPct val="100000"/>
              </a:lnSpc>
              <a:buNone/>
              <a:tabLst>
                <a:tab pos="0" algn="l"/>
              </a:tabLst>
            </a:pPr>
            <a:r>
              <a:rPr lang="en-US" sz="3400" b="1" u="none" strike="noStrike">
                <a:solidFill>
                  <a:schemeClr val="dk1"/>
                </a:solidFill>
                <a:effectLst/>
                <a:uFillTx/>
                <a:latin typeface="Cambria"/>
              </a:rPr>
              <a:t>Title</a:t>
            </a:r>
          </a:p>
        </p:txBody>
      </p:sp>
      <p:sp>
        <p:nvSpPr>
          <p:cNvPr id="9" name="PlaceHolder 2"/>
          <p:cNvSpPr>
            <a:spLocks noGrp="1"/>
          </p:cNvSpPr>
          <p:nvPr>
            <p:ph type="sldNum" idx="3"/>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583CB43C-48AE-4517-9C9E-728BC3679C44}" type="slidenum">
              <a:rPr lang="en-US" sz="1000" b="0" u="none" strike="noStrike">
                <a:solidFill>
                  <a:schemeClr val="accent6"/>
                </a:solidFill>
                <a:effectLst/>
                <a:uFillTx/>
                <a:latin typeface="Calibri"/>
              </a:rPr>
              <a:t>‹#›</a:t>
            </a:fld>
            <a:endParaRPr lang="en-US" sz="1000" b="0" u="none" strike="noStrike">
              <a:solidFill>
                <a:srgbClr val="000000"/>
              </a:solidFill>
              <a:effectLst/>
              <a:uFillTx/>
              <a:latin typeface="Times New Roman"/>
            </a:endParaRPr>
          </a:p>
        </p:txBody>
      </p:sp>
      <p:sp>
        <p:nvSpPr>
          <p:cNvPr id="10"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No repo yet?</a:t>
            </a:r>
          </a:p>
        </p:txBody>
      </p:sp>
      <p:sp>
        <p:nvSpPr>
          <p:cNvPr id="18" name="step 1 circle"/>
          <p:cNvSpPr/>
          <p:nvPr/>
        </p:nvSpPr>
        <p:spPr>
          <a:xfrm>
            <a:off x="548640" y="152064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9" name="step 1 letter"/>
          <p:cNvSpPr/>
          <p:nvPr/>
        </p:nvSpPr>
        <p:spPr>
          <a:xfrm>
            <a:off x="548640" y="152064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chemeClr val="lt1"/>
                </a:solidFill>
                <a:effectLst/>
                <a:uFillTx/>
                <a:latin typeface="Calibri"/>
              </a:rPr>
              <a:t>1</a:t>
            </a:r>
            <a:endParaRPr lang="en-US" sz="2000" b="0" u="none" strike="noStrike">
              <a:solidFill>
                <a:srgbClr val="000000"/>
              </a:solidFill>
              <a:effectLst/>
              <a:uFillTx/>
              <a:latin typeface="Arial"/>
            </a:endParaRPr>
          </a:p>
        </p:txBody>
      </p:sp>
      <p:sp>
        <p:nvSpPr>
          <p:cNvPr id="20" name="Text 3"/>
          <p:cNvSpPr/>
          <p:nvPr/>
        </p:nvSpPr>
        <p:spPr>
          <a:xfrm>
            <a:off x="1234440" y="1371600"/>
            <a:ext cx="7360560" cy="754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a:solidFill>
                  <a:schemeClr val="dk1"/>
                </a:solidFill>
                <a:effectLst/>
                <a:uFillTx/>
                <a:latin typeface="Calibri"/>
              </a:rPr>
              <a:t>Sign in to GitHub and open </a:t>
            </a:r>
            <a:r>
              <a:rPr lang="en-US" sz="2200" b="1" u="none" strike="noStrike">
                <a:solidFill>
                  <a:schemeClr val="dk1"/>
                </a:solidFill>
                <a:effectLst/>
                <a:uFillTx/>
                <a:latin typeface="Courier New"/>
                <a:ea typeface="Courier New"/>
              </a:rPr>
              <a:t>github.com/kubino148/tasks-app</a:t>
            </a:r>
            <a:r>
              <a:rPr lang="en-US" sz="2200" b="1" u="none" strike="noStrike">
                <a:solidFill>
                  <a:schemeClr val="dk1"/>
                </a:solidFill>
                <a:effectLst/>
                <a:uFillTx/>
                <a:latin typeface="Calibri"/>
                <a:ea typeface="Courier New"/>
              </a:rPr>
              <a:t>.</a:t>
            </a:r>
            <a:endParaRPr lang="en-US" sz="2200" b="0" u="none" strike="noStrike">
              <a:solidFill>
                <a:srgbClr val="000000"/>
              </a:solidFill>
              <a:effectLst/>
              <a:uFillTx/>
              <a:latin typeface="Arial"/>
            </a:endParaRPr>
          </a:p>
        </p:txBody>
      </p:sp>
      <p:sp>
        <p:nvSpPr>
          <p:cNvPr id="21" name="step 2 circle"/>
          <p:cNvSpPr/>
          <p:nvPr/>
        </p:nvSpPr>
        <p:spPr>
          <a:xfrm>
            <a:off x="548640" y="245880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2" name="step 2 letter"/>
          <p:cNvSpPr/>
          <p:nvPr/>
        </p:nvSpPr>
        <p:spPr>
          <a:xfrm>
            <a:off x="548640" y="245880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chemeClr val="lt1"/>
                </a:solidFill>
                <a:effectLst/>
                <a:uFillTx/>
                <a:latin typeface="Calibri"/>
              </a:rPr>
              <a:t>2</a:t>
            </a:r>
            <a:endParaRPr lang="en-US" sz="2000" b="0" u="none" strike="noStrike">
              <a:solidFill>
                <a:srgbClr val="000000"/>
              </a:solidFill>
              <a:effectLst/>
              <a:uFillTx/>
              <a:latin typeface="Arial"/>
            </a:endParaRPr>
          </a:p>
        </p:txBody>
      </p:sp>
      <p:sp>
        <p:nvSpPr>
          <p:cNvPr id="23" name="Text 6"/>
          <p:cNvSpPr/>
          <p:nvPr/>
        </p:nvSpPr>
        <p:spPr>
          <a:xfrm>
            <a:off x="1234440" y="2309760"/>
            <a:ext cx="7360560" cy="754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a:solidFill>
                  <a:schemeClr val="dk1"/>
                </a:solidFill>
                <a:effectLst/>
                <a:uFillTx/>
                <a:latin typeface="Calibri"/>
              </a:rPr>
              <a:t>Use this template, then Create a new repository. Any name, Public.</a:t>
            </a:r>
            <a:endParaRPr lang="en-US" sz="2200" b="0" u="none" strike="noStrike">
              <a:solidFill>
                <a:srgbClr val="000000"/>
              </a:solidFill>
              <a:effectLst/>
              <a:uFillTx/>
              <a:latin typeface="Arial"/>
            </a:endParaRPr>
          </a:p>
        </p:txBody>
      </p:sp>
      <p:sp>
        <p:nvSpPr>
          <p:cNvPr id="24" name="step 3 circle"/>
          <p:cNvSpPr/>
          <p:nvPr/>
        </p:nvSpPr>
        <p:spPr>
          <a:xfrm>
            <a:off x="548640" y="339696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5" name="step 3 letter"/>
          <p:cNvSpPr/>
          <p:nvPr/>
        </p:nvSpPr>
        <p:spPr>
          <a:xfrm>
            <a:off x="548640" y="339696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chemeClr val="lt1"/>
                </a:solidFill>
                <a:effectLst/>
                <a:uFillTx/>
                <a:latin typeface="Calibri"/>
              </a:rPr>
              <a:t>3</a:t>
            </a:r>
            <a:endParaRPr lang="en-US" sz="2000" b="0" u="none" strike="noStrike">
              <a:solidFill>
                <a:srgbClr val="000000"/>
              </a:solidFill>
              <a:effectLst/>
              <a:uFillTx/>
              <a:latin typeface="Arial"/>
            </a:endParaRPr>
          </a:p>
        </p:txBody>
      </p:sp>
      <p:sp>
        <p:nvSpPr>
          <p:cNvPr id="26" name="Text 9"/>
          <p:cNvSpPr/>
          <p:nvPr/>
        </p:nvSpPr>
        <p:spPr>
          <a:xfrm>
            <a:off x="1234440" y="3247920"/>
            <a:ext cx="7360560" cy="754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a:solidFill>
                  <a:schemeClr val="dk1"/>
                </a:solidFill>
                <a:effectLst/>
                <a:uFillTx/>
                <a:latin typeface="Calibri"/>
              </a:rPr>
              <a:t>In the break: Code, Codespaces, Create codespace on </a:t>
            </a:r>
            <a:r>
              <a:rPr lang="en-US" sz="2200" b="1" u="none" strike="noStrike">
                <a:solidFill>
                  <a:schemeClr val="dk1"/>
                </a:solidFill>
                <a:effectLst/>
                <a:uFillTx/>
                <a:latin typeface="Courier New"/>
                <a:ea typeface="Courier New"/>
              </a:rPr>
              <a:t>main</a:t>
            </a:r>
            <a:r>
              <a:rPr lang="en-US" sz="2200" b="1" u="none" strike="noStrike">
                <a:solidFill>
                  <a:schemeClr val="dk1"/>
                </a:solidFill>
                <a:effectLst/>
                <a:uFillTx/>
                <a:latin typeface="Calibri"/>
                <a:ea typeface="Courier New"/>
              </a:rPr>
              <a:t>.</a:t>
            </a:r>
            <a:endParaRPr lang="en-US" sz="2200" b="0" u="none" strike="noStrike">
              <a:solidFill>
                <a:srgbClr val="000000"/>
              </a:solidFill>
              <a:effectLst/>
              <a:uFillTx/>
              <a:latin typeface="Arial"/>
            </a:endParaRPr>
          </a:p>
        </p:txBody>
      </p:sp>
      <p:sp>
        <p:nvSpPr>
          <p:cNvPr id="27" name="PlaceHolder 2"/>
          <p:cNvSpPr>
            <a:spLocks noGrp="1"/>
          </p:cNvSpPr>
          <p:nvPr>
            <p:ph type="sldNum" idx="7"/>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EA611F10-2BD5-47F7-8630-AC65963E66CF}" type="slidenum">
              <a:rPr lang="en-US" sz="1000" b="0" u="none" strike="noStrike">
                <a:solidFill>
                  <a:schemeClr val="accent6"/>
                </a:solidFill>
                <a:effectLst/>
                <a:uFillTx/>
                <a:latin typeface="Calibri"/>
              </a:rPr>
              <a:t>1</a:t>
            </a:fld>
            <a:endParaRPr lang="en-US" sz="1000" b="0" u="none" strike="noStrike">
              <a:solidFill>
                <a:srgbClr val="000000"/>
              </a:solidFill>
              <a:effectLst/>
              <a:uFillTx/>
              <a:latin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lt1"/>
                </a:solidFill>
                <a:effectLst/>
                <a:uFillTx/>
                <a:latin typeface="Cambria"/>
              </a:rPr>
              <a:t>Your repo</a:t>
            </a:r>
          </a:p>
        </p:txBody>
      </p:sp>
      <p:sp>
        <p:nvSpPr>
          <p:cNvPr id="29" name="step 1 circle"/>
          <p:cNvSpPr/>
          <p:nvPr/>
        </p:nvSpPr>
        <p:spPr>
          <a:xfrm>
            <a:off x="548640" y="111564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0" name="step 1 letter"/>
          <p:cNvSpPr/>
          <p:nvPr/>
        </p:nvSpPr>
        <p:spPr>
          <a:xfrm>
            <a:off x="548640" y="111564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chemeClr val="lt1"/>
                </a:solidFill>
                <a:effectLst/>
                <a:uFillTx/>
                <a:latin typeface="Calibri"/>
              </a:rPr>
              <a:t>1</a:t>
            </a:r>
            <a:endParaRPr lang="en-US" sz="2000" b="0" u="none" strike="noStrike">
              <a:solidFill>
                <a:srgbClr val="FFFFFF"/>
              </a:solidFill>
              <a:effectLst/>
              <a:uFillTx/>
              <a:latin typeface="Arial"/>
            </a:endParaRPr>
          </a:p>
        </p:txBody>
      </p:sp>
      <p:sp>
        <p:nvSpPr>
          <p:cNvPr id="31" name="Text 3"/>
          <p:cNvSpPr/>
          <p:nvPr/>
        </p:nvSpPr>
        <p:spPr>
          <a:xfrm>
            <a:off x="1234440" y="1097280"/>
            <a:ext cx="7360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a:solidFill>
                  <a:schemeClr val="lt1"/>
                </a:solidFill>
                <a:effectLst/>
                <a:uFillTx/>
                <a:latin typeface="Calibri"/>
              </a:rPr>
              <a:t>Open your tasks-app repo.</a:t>
            </a:r>
            <a:endParaRPr lang="en-US" sz="2200" b="0" u="none" strike="noStrike">
              <a:solidFill>
                <a:srgbClr val="FFFFFF"/>
              </a:solidFill>
              <a:effectLst/>
              <a:uFillTx/>
              <a:latin typeface="Arial"/>
            </a:endParaRPr>
          </a:p>
        </p:txBody>
      </p:sp>
      <p:sp>
        <p:nvSpPr>
          <p:cNvPr id="32" name="step 2 circle"/>
          <p:cNvSpPr/>
          <p:nvPr/>
        </p:nvSpPr>
        <p:spPr>
          <a:xfrm>
            <a:off x="548640" y="226404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 name="step 2 letter"/>
          <p:cNvSpPr/>
          <p:nvPr/>
        </p:nvSpPr>
        <p:spPr>
          <a:xfrm>
            <a:off x="548640" y="226404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chemeClr val="lt1"/>
                </a:solidFill>
                <a:effectLst/>
                <a:uFillTx/>
                <a:latin typeface="Calibri"/>
              </a:rPr>
              <a:t>2</a:t>
            </a:r>
            <a:endParaRPr lang="en-US" sz="2000" b="0" u="none" strike="noStrike">
              <a:solidFill>
                <a:srgbClr val="FFFFFF"/>
              </a:solidFill>
              <a:effectLst/>
              <a:uFillTx/>
              <a:latin typeface="Arial"/>
            </a:endParaRPr>
          </a:p>
        </p:txBody>
      </p:sp>
      <p:sp>
        <p:nvSpPr>
          <p:cNvPr id="34" name="Text 6"/>
          <p:cNvSpPr/>
          <p:nvPr/>
        </p:nvSpPr>
        <p:spPr>
          <a:xfrm>
            <a:off x="1234440" y="1774080"/>
            <a:ext cx="7360560" cy="1437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a:solidFill>
                  <a:schemeClr val="lt1"/>
                </a:solidFill>
                <a:effectLst/>
                <a:uFillTx/>
                <a:latin typeface="Calibri"/>
              </a:rPr>
              <a:t>In another tab open </a:t>
            </a:r>
            <a:r>
              <a:rPr lang="en-US" sz="2200" b="1" u="none" strike="noStrike">
                <a:solidFill>
                  <a:schemeClr val="lt1"/>
                </a:solidFill>
                <a:effectLst/>
                <a:uFillTx/>
                <a:latin typeface="Courier New"/>
                <a:ea typeface="Courier New"/>
              </a:rPr>
              <a:t>kubino148/tasks-app-reference</a:t>
            </a:r>
            <a:r>
              <a:rPr lang="en-US" sz="2200" b="1" u="none" strike="noStrike">
                <a:solidFill>
                  <a:schemeClr val="lt1"/>
                </a:solidFill>
                <a:effectLst/>
                <a:uFillTx/>
                <a:latin typeface="Calibri"/>
                <a:ea typeface="Courier New"/>
              </a:rPr>
              <a:t>. Make </a:t>
            </a:r>
            <a:r>
              <a:rPr lang="en-US" sz="2200" b="1" u="none" strike="noStrike">
                <a:solidFill>
                  <a:schemeClr val="lt1"/>
                </a:solidFill>
                <a:effectLst/>
                <a:uFillTx/>
                <a:latin typeface="Courier New"/>
                <a:ea typeface="Courier New"/>
              </a:rPr>
              <a:t>.github/workflows/ci.yml</a:t>
            </a:r>
            <a:r>
              <a:rPr lang="en-US" sz="2200" b="1" u="none" strike="noStrike">
                <a:solidFill>
                  <a:schemeClr val="lt1"/>
                </a:solidFill>
                <a:effectLst/>
                <a:uFillTx/>
                <a:latin typeface="Calibri"/>
                <a:ea typeface="Courier New"/>
              </a:rPr>
              <a:t> in your repo a copy of its </a:t>
            </a:r>
            <a:r>
              <a:rPr lang="en-US" sz="2200" b="1" u="none" strike="noStrike">
                <a:solidFill>
                  <a:schemeClr val="lt1"/>
                </a:solidFill>
                <a:effectLst/>
                <a:uFillTx/>
                <a:latin typeface="Courier New"/>
                <a:ea typeface="Courier New"/>
              </a:rPr>
              <a:t>ci.yml</a:t>
            </a:r>
            <a:r>
              <a:rPr lang="en-US" sz="2200" b="1" u="none" strike="noStrike">
                <a:solidFill>
                  <a:schemeClr val="lt1"/>
                </a:solidFill>
                <a:effectLst/>
                <a:uFillTx/>
                <a:latin typeface="Calibri"/>
                <a:ea typeface="Courier New"/>
              </a:rPr>
              <a:t>. Delete any other file in </a:t>
            </a:r>
            <a:r>
              <a:rPr lang="en-US" sz="2200" b="1" u="none" strike="noStrike">
                <a:solidFill>
                  <a:schemeClr val="lt1"/>
                </a:solidFill>
                <a:effectLst/>
                <a:uFillTx/>
                <a:latin typeface="Courier New"/>
                <a:ea typeface="Courier New"/>
              </a:rPr>
              <a:t>.github/workflows</a:t>
            </a:r>
            <a:r>
              <a:rPr lang="en-US" sz="2200" b="1" u="none" strike="noStrike">
                <a:solidFill>
                  <a:schemeClr val="lt1"/>
                </a:solidFill>
                <a:effectLst/>
                <a:uFillTx/>
                <a:latin typeface="Calibri"/>
                <a:ea typeface="Courier New"/>
              </a:rPr>
              <a:t>.</a:t>
            </a:r>
            <a:endParaRPr lang="en-US" sz="2200" b="0" u="none" strike="noStrike">
              <a:solidFill>
                <a:srgbClr val="FFFFFF"/>
              </a:solidFill>
              <a:effectLst/>
              <a:uFillTx/>
              <a:latin typeface="Arial"/>
            </a:endParaRPr>
          </a:p>
        </p:txBody>
      </p:sp>
      <p:sp>
        <p:nvSpPr>
          <p:cNvPr id="35" name="step 3 circle"/>
          <p:cNvSpPr/>
          <p:nvPr/>
        </p:nvSpPr>
        <p:spPr>
          <a:xfrm>
            <a:off x="548640" y="354312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6" name="step 3 letter"/>
          <p:cNvSpPr/>
          <p:nvPr/>
        </p:nvSpPr>
        <p:spPr>
          <a:xfrm>
            <a:off x="548640" y="354312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chemeClr val="lt1"/>
                </a:solidFill>
                <a:effectLst/>
                <a:uFillTx/>
                <a:latin typeface="Calibri"/>
              </a:rPr>
              <a:t>3</a:t>
            </a:r>
            <a:endParaRPr lang="en-US" sz="2000" b="0" u="none" strike="noStrike">
              <a:solidFill>
                <a:srgbClr val="FFFFFF"/>
              </a:solidFill>
              <a:effectLst/>
              <a:uFillTx/>
              <a:latin typeface="Arial"/>
            </a:endParaRPr>
          </a:p>
        </p:txBody>
      </p:sp>
      <p:sp>
        <p:nvSpPr>
          <p:cNvPr id="37" name="Text 9"/>
          <p:cNvSpPr/>
          <p:nvPr/>
        </p:nvSpPr>
        <p:spPr>
          <a:xfrm>
            <a:off x="1234440" y="3394080"/>
            <a:ext cx="7360560" cy="754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a:solidFill>
                  <a:schemeClr val="lt1"/>
                </a:solidFill>
                <a:effectLst/>
                <a:uFillTx/>
                <a:latin typeface="Calibri"/>
              </a:rPr>
              <a:t>Commit to </a:t>
            </a:r>
            <a:r>
              <a:rPr lang="en-US" sz="2200" b="1" u="none" strike="noStrike">
                <a:solidFill>
                  <a:schemeClr val="lt1"/>
                </a:solidFill>
                <a:effectLst/>
                <a:uFillTx/>
                <a:latin typeface="Courier New"/>
                <a:ea typeface="Courier New"/>
              </a:rPr>
              <a:t>main</a:t>
            </a:r>
            <a:r>
              <a:rPr lang="en-US" sz="2200" b="1" u="none" strike="noStrike">
                <a:solidFill>
                  <a:schemeClr val="lt1"/>
                </a:solidFill>
                <a:effectLst/>
                <a:uFillTx/>
                <a:latin typeface="Calibri"/>
                <a:ea typeface="Courier New"/>
              </a:rPr>
              <a:t>. Open the Actions tab and check the run.</a:t>
            </a:r>
            <a:endParaRPr lang="en-US" sz="2200" b="0" u="none" strike="noStrike">
              <a:solidFill>
                <a:srgbClr val="FFFFFF"/>
              </a:solidFill>
              <a:effectLst/>
              <a:uFillTx/>
              <a:latin typeface="Arial"/>
            </a:endParaRPr>
          </a:p>
        </p:txBody>
      </p:sp>
      <p:sp>
        <p:nvSpPr>
          <p:cNvPr id="38" name="step 4 circle"/>
          <p:cNvSpPr/>
          <p:nvPr/>
        </p:nvSpPr>
        <p:spPr>
          <a:xfrm>
            <a:off x="548640" y="435060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9" name="step 4 letter"/>
          <p:cNvSpPr/>
          <p:nvPr/>
        </p:nvSpPr>
        <p:spPr>
          <a:xfrm>
            <a:off x="548640" y="435060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chemeClr val="lt1"/>
                </a:solidFill>
                <a:effectLst/>
                <a:uFillTx/>
                <a:latin typeface="Calibri"/>
              </a:rPr>
              <a:t>4</a:t>
            </a:r>
            <a:endParaRPr lang="en-US" sz="2000" b="0" u="none" strike="noStrike">
              <a:solidFill>
                <a:srgbClr val="FFFFFF"/>
              </a:solidFill>
              <a:effectLst/>
              <a:uFillTx/>
              <a:latin typeface="Arial"/>
            </a:endParaRPr>
          </a:p>
        </p:txBody>
      </p:sp>
      <p:sp>
        <p:nvSpPr>
          <p:cNvPr id="40" name="Text 12"/>
          <p:cNvSpPr/>
          <p:nvPr/>
        </p:nvSpPr>
        <p:spPr>
          <a:xfrm>
            <a:off x="1234440" y="4332240"/>
            <a:ext cx="7360560" cy="49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a:solidFill>
                  <a:schemeClr val="lt1"/>
                </a:solidFill>
                <a:effectLst/>
                <a:uFillTx/>
                <a:latin typeface="Calibri"/>
              </a:rPr>
              <a:t>Make sure your repo is Public.</a:t>
            </a:r>
            <a:endParaRPr lang="en-US" sz="2200" b="0" u="none" strike="noStrike">
              <a:solidFill>
                <a:srgbClr val="FFFFFF"/>
              </a:solidFill>
              <a:effectLst/>
              <a:uFillTx/>
              <a:latin typeface="Arial"/>
            </a:endParaRPr>
          </a:p>
        </p:txBody>
      </p:sp>
      <p:sp>
        <p:nvSpPr>
          <p:cNvPr id="41" name="PlaceHolder 2"/>
          <p:cNvSpPr>
            <a:spLocks noGrp="1"/>
          </p:cNvSpPr>
          <p:nvPr>
            <p:ph type="sldNum" idx="8"/>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lt2"/>
                </a:solidFill>
                <a:effectLst/>
                <a:uFillTx/>
                <a:latin typeface="Calibri"/>
              </a:defRPr>
            </a:lvl1pPr>
          </a:lstStyle>
          <a:p>
            <a:pPr indent="0" algn="r" defTabSz="914400">
              <a:lnSpc>
                <a:spcPct val="100000"/>
              </a:lnSpc>
              <a:buNone/>
            </a:pPr>
            <a:fld id="{6740AF12-88AF-4173-9905-82A9DC80FE4A}" type="slidenum">
              <a:rPr lang="en-US" sz="1000" b="0" u="none" strike="noStrike">
                <a:solidFill>
                  <a:schemeClr val="lt2"/>
                </a:solidFill>
                <a:effectLst/>
                <a:uFillTx/>
                <a:latin typeface="Calibri"/>
              </a:rPr>
              <a:t>2</a:t>
            </a:fld>
            <a:endParaRPr lang="en-US" sz="1000" b="0" u="none" strike="noStrike">
              <a:solidFill>
                <a:srgbClr val="FFFFFF"/>
              </a:solidFill>
              <a:effectLst/>
              <a:uFillTx/>
              <a:latin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Start file, part 1</a:t>
            </a:r>
          </a:p>
        </p:txBody>
      </p:sp>
      <p:sp>
        <p:nvSpPr>
          <p:cNvPr id="43" name="code panel"/>
          <p:cNvSpPr/>
          <p:nvPr/>
        </p:nvSpPr>
        <p:spPr>
          <a:xfrm>
            <a:off x="320040" y="1005840"/>
            <a:ext cx="8503560" cy="3931560"/>
          </a:xfrm>
          <a:prstGeom prst="roundRect">
            <a:avLst>
              <a:gd name="adj" fmla="val 1860"/>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4" name="code"/>
          <p:cNvSpPr/>
          <p:nvPr/>
        </p:nvSpPr>
        <p:spPr>
          <a:xfrm>
            <a:off x="429840" y="1051560"/>
            <a:ext cx="8283960" cy="384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ts val="1400"/>
              </a:lnSpc>
              <a:tabLst>
                <a:tab pos="0" algn="l"/>
              </a:tabLst>
            </a:pPr>
            <a:r>
              <a:rPr lang="en-US" sz="1400" b="0" u="none" strike="noStrike">
                <a:solidFill>
                  <a:schemeClr val="lt2"/>
                </a:solidFill>
                <a:effectLst/>
                <a:uFillTx/>
                <a:latin typeface="Courier New"/>
                <a:ea typeface="Courier New"/>
              </a:rPr>
              <a:t>name: Test and Scan</a:t>
            </a:r>
            <a:endParaRPr lang="en-US" sz="1400" b="0" u="none" strike="noStrike">
              <a:solidFill>
                <a:srgbClr val="000000"/>
              </a:solidFill>
              <a:effectLst/>
              <a:uFillTx/>
              <a:latin typeface="Arial"/>
            </a:endParaRPr>
          </a:p>
          <a:p>
            <a:pPr defTabSz="914400">
              <a:lnSpc>
                <a:spcPts val="1400"/>
              </a:lnSpc>
              <a:tabLst>
                <a:tab pos="0" algn="l"/>
              </a:tabLst>
            </a:pPr>
            <a:r>
              <a:rPr lang="en-US" sz="1400" b="0" u="none" strike="noStrike">
                <a:solidFill>
                  <a:schemeClr val="lt2"/>
                </a:solidFill>
                <a:effectLst/>
                <a:uFillTx/>
                <a:latin typeface="Courier New"/>
                <a:ea typeface="Courier New"/>
              </a:rPr>
              <a:t> </a:t>
            </a:r>
            <a:endParaRPr lang="en-US" sz="1400" b="0" u="none" strike="noStrike">
              <a:solidFill>
                <a:srgbClr val="000000"/>
              </a:solidFill>
              <a:effectLst/>
              <a:uFillTx/>
              <a:latin typeface="Arial"/>
            </a:endParaRPr>
          </a:p>
          <a:p>
            <a:pPr defTabSz="914400">
              <a:lnSpc>
                <a:spcPts val="1400"/>
              </a:lnSpc>
              <a:tabLst>
                <a:tab pos="0" algn="l"/>
              </a:tabLst>
            </a:pPr>
            <a:r>
              <a:rPr lang="en-US" sz="1400" b="0" u="none" strike="noStrike">
                <a:solidFill>
                  <a:schemeClr val="lt2"/>
                </a:solidFill>
                <a:effectLst/>
                <a:uFillTx/>
                <a:latin typeface="Courier New"/>
                <a:ea typeface="Courier New"/>
              </a:rPr>
              <a:t>on:</a:t>
            </a:r>
            <a:endParaRPr lang="en-US" sz="1400" b="0" u="none" strike="noStrike">
              <a:solidFill>
                <a:srgbClr val="000000"/>
              </a:solidFill>
              <a:effectLst/>
              <a:uFillTx/>
              <a:latin typeface="Arial"/>
            </a:endParaRPr>
          </a:p>
          <a:p>
            <a:pPr defTabSz="914400">
              <a:lnSpc>
                <a:spcPts val="1400"/>
              </a:lnSpc>
              <a:tabLst>
                <a:tab pos="0" algn="l"/>
              </a:tabLst>
            </a:pPr>
            <a:r>
              <a:rPr lang="en-US" sz="1400" b="0" u="none" strike="noStrike">
                <a:solidFill>
                  <a:schemeClr val="lt2"/>
                </a:solidFill>
                <a:effectLst/>
                <a:uFillTx/>
                <a:latin typeface="Courier New"/>
                <a:ea typeface="Courier New"/>
              </a:rPr>
              <a:t>  push:</a:t>
            </a:r>
            <a:endParaRPr lang="en-US" sz="1400" b="0" u="none" strike="noStrike">
              <a:solidFill>
                <a:srgbClr val="000000"/>
              </a:solidFill>
              <a:effectLst/>
              <a:uFillTx/>
              <a:latin typeface="Arial"/>
            </a:endParaRPr>
          </a:p>
          <a:p>
            <a:pPr defTabSz="914400">
              <a:lnSpc>
                <a:spcPts val="1400"/>
              </a:lnSpc>
              <a:tabLst>
                <a:tab pos="0" algn="l"/>
              </a:tabLst>
            </a:pPr>
            <a:r>
              <a:rPr lang="en-US" sz="1400" b="0" u="none" strike="noStrike">
                <a:solidFill>
                  <a:schemeClr val="lt2"/>
                </a:solidFill>
                <a:effectLst/>
                <a:uFillTx/>
                <a:latin typeface="Courier New"/>
                <a:ea typeface="Courier New"/>
              </a:rPr>
              <a:t>    branches:</a:t>
            </a:r>
            <a:endParaRPr lang="en-US" sz="1400" b="0" u="none" strike="noStrike">
              <a:solidFill>
                <a:srgbClr val="000000"/>
              </a:solidFill>
              <a:effectLst/>
              <a:uFillTx/>
              <a:latin typeface="Arial"/>
            </a:endParaRPr>
          </a:p>
          <a:p>
            <a:pPr defTabSz="914400">
              <a:lnSpc>
                <a:spcPts val="1400"/>
              </a:lnSpc>
              <a:tabLst>
                <a:tab pos="0" algn="l"/>
              </a:tabLst>
            </a:pPr>
            <a:r>
              <a:rPr lang="en-US" sz="1400" b="0" u="none" strike="noStrike">
                <a:solidFill>
                  <a:schemeClr val="lt2"/>
                </a:solidFill>
                <a:effectLst/>
                <a:uFillTx/>
                <a:latin typeface="Courier New"/>
                <a:ea typeface="Courier New"/>
              </a:rPr>
              <a:t>      - main</a:t>
            </a:r>
            <a:endParaRPr lang="en-US" sz="1400" b="0" u="none" strike="noStrike">
              <a:solidFill>
                <a:srgbClr val="000000"/>
              </a:solidFill>
              <a:effectLst/>
              <a:uFillTx/>
              <a:latin typeface="Arial"/>
            </a:endParaRPr>
          </a:p>
          <a:p>
            <a:pPr defTabSz="914400">
              <a:lnSpc>
                <a:spcPts val="1400"/>
              </a:lnSpc>
              <a:tabLst>
                <a:tab pos="0" algn="l"/>
              </a:tabLst>
            </a:pPr>
            <a:r>
              <a:rPr lang="en-US" sz="1400" b="0" u="none" strike="noStrike">
                <a:solidFill>
                  <a:schemeClr val="lt2"/>
                </a:solidFill>
                <a:effectLst/>
                <a:uFillTx/>
                <a:latin typeface="Courier New"/>
                <a:ea typeface="Courier New"/>
              </a:rPr>
              <a:t> </a:t>
            </a:r>
            <a:endParaRPr lang="en-US" sz="1400" b="0" u="none" strike="noStrike">
              <a:solidFill>
                <a:srgbClr val="000000"/>
              </a:solidFill>
              <a:effectLst/>
              <a:uFillTx/>
              <a:latin typeface="Arial"/>
            </a:endParaRPr>
          </a:p>
          <a:p>
            <a:pPr defTabSz="914400">
              <a:lnSpc>
                <a:spcPts val="1400"/>
              </a:lnSpc>
              <a:tabLst>
                <a:tab pos="0" algn="l"/>
              </a:tabLst>
            </a:pPr>
            <a:r>
              <a:rPr lang="en-US" sz="1400" b="0" u="none" strike="noStrike">
                <a:solidFill>
                  <a:schemeClr val="lt2"/>
                </a:solidFill>
                <a:effectLst/>
                <a:uFillTx/>
                <a:latin typeface="Courier New"/>
                <a:ea typeface="Courier New"/>
              </a:rPr>
              <a:t>jobs:</a:t>
            </a:r>
            <a:endParaRPr lang="en-US" sz="1400" b="0" u="none" strike="noStrike">
              <a:solidFill>
                <a:srgbClr val="000000"/>
              </a:solidFill>
              <a:effectLst/>
              <a:uFillTx/>
              <a:latin typeface="Arial"/>
            </a:endParaRPr>
          </a:p>
          <a:p>
            <a:pPr defTabSz="914400">
              <a:lnSpc>
                <a:spcPts val="1400"/>
              </a:lnSpc>
              <a:tabLst>
                <a:tab pos="0" algn="l"/>
              </a:tabLst>
            </a:pPr>
            <a:r>
              <a:rPr lang="en-US" sz="1400" b="0" u="none" strike="noStrike">
                <a:solidFill>
                  <a:schemeClr val="lt2"/>
                </a:solidFill>
                <a:effectLst/>
                <a:uFillTx/>
                <a:latin typeface="Courier New"/>
                <a:ea typeface="Courier New"/>
              </a:rPr>
              <a:t>  run_tests:</a:t>
            </a:r>
            <a:endParaRPr lang="en-US" sz="1400" b="0" u="none" strike="noStrike">
              <a:solidFill>
                <a:srgbClr val="000000"/>
              </a:solidFill>
              <a:effectLst/>
              <a:uFillTx/>
              <a:latin typeface="Arial"/>
            </a:endParaRPr>
          </a:p>
          <a:p>
            <a:pPr defTabSz="914400">
              <a:lnSpc>
                <a:spcPts val="1400"/>
              </a:lnSpc>
              <a:tabLst>
                <a:tab pos="0" algn="l"/>
              </a:tabLst>
            </a:pPr>
            <a:r>
              <a:rPr lang="en-US" sz="1400" b="0" u="none" strike="noStrike">
                <a:solidFill>
                  <a:schemeClr val="lt2"/>
                </a:solidFill>
                <a:effectLst/>
                <a:uFillTx/>
                <a:latin typeface="Courier New"/>
                <a:ea typeface="Courier New"/>
              </a:rPr>
              <a:t>    runs-on: ubuntu-latest</a:t>
            </a:r>
            <a:endParaRPr lang="en-US" sz="1400" b="0" u="none" strike="noStrike">
              <a:solidFill>
                <a:srgbClr val="000000"/>
              </a:solidFill>
              <a:effectLst/>
              <a:uFillTx/>
              <a:latin typeface="Arial"/>
            </a:endParaRPr>
          </a:p>
          <a:p>
            <a:pPr defTabSz="914400">
              <a:lnSpc>
                <a:spcPts val="1400"/>
              </a:lnSpc>
              <a:tabLst>
                <a:tab pos="0" algn="l"/>
              </a:tabLst>
            </a:pPr>
            <a:r>
              <a:rPr lang="en-US" sz="1400" b="0" u="none" strike="noStrike">
                <a:solidFill>
                  <a:schemeClr val="lt2"/>
                </a:solidFill>
                <a:effectLst/>
                <a:uFillTx/>
                <a:latin typeface="Courier New"/>
                <a:ea typeface="Courier New"/>
              </a:rPr>
              <a:t>    strategy:</a:t>
            </a:r>
            <a:endParaRPr lang="en-US" sz="1400" b="0" u="none" strike="noStrike">
              <a:solidFill>
                <a:srgbClr val="000000"/>
              </a:solidFill>
              <a:effectLst/>
              <a:uFillTx/>
              <a:latin typeface="Arial"/>
            </a:endParaRPr>
          </a:p>
          <a:p>
            <a:pPr defTabSz="914400">
              <a:lnSpc>
                <a:spcPts val="1400"/>
              </a:lnSpc>
              <a:tabLst>
                <a:tab pos="0" algn="l"/>
              </a:tabLst>
            </a:pPr>
            <a:r>
              <a:rPr lang="en-US" sz="1400" b="0" u="none" strike="noStrike">
                <a:solidFill>
                  <a:schemeClr val="lt2"/>
                </a:solidFill>
                <a:effectLst/>
                <a:uFillTx/>
                <a:latin typeface="Courier New"/>
                <a:ea typeface="Courier New"/>
              </a:rPr>
              <a:t>      fail-fast: false</a:t>
            </a:r>
            <a:endParaRPr lang="en-US" sz="1400" b="0" u="none" strike="noStrike">
              <a:solidFill>
                <a:srgbClr val="000000"/>
              </a:solidFill>
              <a:effectLst/>
              <a:uFillTx/>
              <a:latin typeface="Arial"/>
            </a:endParaRPr>
          </a:p>
          <a:p>
            <a:pPr defTabSz="914400">
              <a:lnSpc>
                <a:spcPts val="1400"/>
              </a:lnSpc>
              <a:tabLst>
                <a:tab pos="0" algn="l"/>
              </a:tabLst>
            </a:pPr>
            <a:r>
              <a:rPr lang="en-US" sz="1400" b="0" u="none" strike="noStrike">
                <a:solidFill>
                  <a:schemeClr val="lt2"/>
                </a:solidFill>
                <a:effectLst/>
                <a:uFillTx/>
                <a:latin typeface="Courier New"/>
                <a:ea typeface="Courier New"/>
              </a:rPr>
              <a:t>      matrix:</a:t>
            </a:r>
            <a:endParaRPr lang="en-US" sz="1400" b="0" u="none" strike="noStrike">
              <a:solidFill>
                <a:srgbClr val="000000"/>
              </a:solidFill>
              <a:effectLst/>
              <a:uFillTx/>
              <a:latin typeface="Arial"/>
            </a:endParaRPr>
          </a:p>
          <a:p>
            <a:pPr defTabSz="914400">
              <a:lnSpc>
                <a:spcPts val="1400"/>
              </a:lnSpc>
              <a:tabLst>
                <a:tab pos="0" algn="l"/>
              </a:tabLst>
            </a:pPr>
            <a:r>
              <a:rPr lang="en-US" sz="1400" b="0" u="none" strike="noStrike">
                <a:solidFill>
                  <a:schemeClr val="lt2"/>
                </a:solidFill>
                <a:effectLst/>
                <a:uFillTx/>
                <a:latin typeface="Courier New"/>
                <a:ea typeface="Courier New"/>
              </a:rPr>
              <a:t>        service: [tasks-api, title-normalizer] # ${{matrix.service}}</a:t>
            </a:r>
            <a:endParaRPr lang="en-US" sz="1400" b="0" u="none" strike="noStrike">
              <a:solidFill>
                <a:srgbClr val="000000"/>
              </a:solidFill>
              <a:effectLst/>
              <a:uFillTx/>
              <a:latin typeface="Arial"/>
            </a:endParaRPr>
          </a:p>
          <a:p>
            <a:pPr defTabSz="914400">
              <a:lnSpc>
                <a:spcPts val="1400"/>
              </a:lnSpc>
              <a:tabLst>
                <a:tab pos="0" algn="l"/>
              </a:tabLst>
            </a:pPr>
            <a:r>
              <a:rPr lang="en-US" sz="1400" b="0" u="none" strike="noStrike">
                <a:solidFill>
                  <a:schemeClr val="lt2"/>
                </a:solidFill>
                <a:effectLst/>
                <a:uFillTx/>
                <a:latin typeface="Courier New"/>
                <a:ea typeface="Courier New"/>
              </a:rPr>
              <a:t>        python-version: ["3.10", "3.11", "3.12"] # ${{matrix.python-version}}</a:t>
            </a:r>
            <a:endParaRPr lang="en-US" sz="1400" b="0" u="none" strike="noStrike">
              <a:solidFill>
                <a:srgbClr val="000000"/>
              </a:solidFill>
              <a:effectLst/>
              <a:uFillTx/>
              <a:latin typeface="Arial"/>
            </a:endParaRPr>
          </a:p>
          <a:p>
            <a:pPr defTabSz="914400">
              <a:lnSpc>
                <a:spcPts val="1400"/>
              </a:lnSpc>
              <a:tabLst>
                <a:tab pos="0" algn="l"/>
              </a:tabLst>
            </a:pPr>
            <a:r>
              <a:rPr lang="en-US" sz="1400" b="0" u="none" strike="noStrike">
                <a:solidFill>
                  <a:schemeClr val="lt2"/>
                </a:solidFill>
                <a:effectLst/>
                <a:uFillTx/>
                <a:latin typeface="Courier New"/>
                <a:ea typeface="Courier New"/>
              </a:rPr>
              <a:t>    steps:</a:t>
            </a:r>
            <a:endParaRPr lang="en-US" sz="1400" b="0" u="none" strike="noStrike">
              <a:solidFill>
                <a:srgbClr val="000000"/>
              </a:solidFill>
              <a:effectLst/>
              <a:uFillTx/>
              <a:latin typeface="Arial"/>
            </a:endParaRPr>
          </a:p>
          <a:p>
            <a:pPr defTabSz="914400">
              <a:lnSpc>
                <a:spcPts val="1400"/>
              </a:lnSpc>
              <a:tabLst>
                <a:tab pos="0" algn="l"/>
              </a:tabLst>
            </a:pPr>
            <a:r>
              <a:rPr lang="en-US" sz="1400" b="0" u="none" strike="noStrike">
                <a:solidFill>
                  <a:schemeClr val="lt2"/>
                </a:solidFill>
                <a:effectLst/>
                <a:uFillTx/>
                <a:latin typeface="Courier New"/>
                <a:ea typeface="Courier New"/>
              </a:rPr>
              <a:t>      - uses: actions/checkout@v7</a:t>
            </a:r>
            <a:endParaRPr lang="en-US" sz="1400" b="0" u="none" strike="noStrike">
              <a:solidFill>
                <a:srgbClr val="000000"/>
              </a:solidFill>
              <a:effectLst/>
              <a:uFillTx/>
              <a:latin typeface="Arial"/>
            </a:endParaRPr>
          </a:p>
          <a:p>
            <a:pPr defTabSz="914400">
              <a:lnSpc>
                <a:spcPts val="1400"/>
              </a:lnSpc>
              <a:tabLst>
                <a:tab pos="0" algn="l"/>
              </a:tabLst>
            </a:pPr>
            <a:r>
              <a:rPr lang="en-US" sz="1400" b="0" u="none" strike="noStrike">
                <a:solidFill>
                  <a:schemeClr val="lt2"/>
                </a:solidFill>
                <a:effectLst/>
                <a:uFillTx/>
                <a:latin typeface="Courier New"/>
                <a:ea typeface="Courier New"/>
              </a:rPr>
              <a:t>      - uses: actions/setup-python@v7</a:t>
            </a:r>
            <a:endParaRPr lang="en-US" sz="1400" b="0" u="none" strike="noStrike">
              <a:solidFill>
                <a:srgbClr val="000000"/>
              </a:solidFill>
              <a:effectLst/>
              <a:uFillTx/>
              <a:latin typeface="Arial"/>
            </a:endParaRPr>
          </a:p>
          <a:p>
            <a:pPr defTabSz="914400">
              <a:lnSpc>
                <a:spcPts val="1400"/>
              </a:lnSpc>
              <a:tabLst>
                <a:tab pos="0" algn="l"/>
              </a:tabLst>
            </a:pPr>
            <a:r>
              <a:rPr lang="en-US" sz="1400" b="0" u="none" strike="noStrike">
                <a:solidFill>
                  <a:schemeClr val="lt2"/>
                </a:solidFill>
                <a:effectLst/>
                <a:uFillTx/>
                <a:latin typeface="Courier New"/>
                <a:ea typeface="Courier New"/>
              </a:rPr>
              <a:t>        with:</a:t>
            </a:r>
            <a:endParaRPr lang="en-US" sz="1400" b="0" u="none" strike="noStrike">
              <a:solidFill>
                <a:srgbClr val="000000"/>
              </a:solidFill>
              <a:effectLst/>
              <a:uFillTx/>
              <a:latin typeface="Arial"/>
            </a:endParaRPr>
          </a:p>
          <a:p>
            <a:pPr defTabSz="914400">
              <a:lnSpc>
                <a:spcPts val="1400"/>
              </a:lnSpc>
              <a:tabLst>
                <a:tab pos="0" algn="l"/>
              </a:tabLst>
            </a:pPr>
            <a:r>
              <a:rPr lang="en-US" sz="1400" b="0" u="none" strike="noStrike">
                <a:solidFill>
                  <a:schemeClr val="lt2"/>
                </a:solidFill>
                <a:effectLst/>
                <a:uFillTx/>
                <a:latin typeface="Courier New"/>
                <a:ea typeface="Courier New"/>
              </a:rPr>
              <a:t>          python-version: ${{matrix.python-version}}</a:t>
            </a:r>
            <a:endParaRPr lang="en-US" sz="1400" b="0" u="none" strike="noStrike">
              <a:solidFill>
                <a:srgbClr val="000000"/>
              </a:solidFill>
              <a:effectLst/>
              <a:uFillTx/>
              <a:latin typeface="Arial"/>
            </a:endParaRPr>
          </a:p>
          <a:p>
            <a:pPr defTabSz="914400">
              <a:lnSpc>
                <a:spcPts val="1400"/>
              </a:lnSpc>
              <a:tabLst>
                <a:tab pos="0" algn="l"/>
              </a:tabLst>
            </a:pPr>
            <a:r>
              <a:rPr lang="en-US" sz="1400" b="0" u="none" strike="noStrike">
                <a:solidFill>
                  <a:schemeClr val="lt2"/>
                </a:solidFill>
                <a:effectLst/>
                <a:uFillTx/>
                <a:latin typeface="Courier New"/>
                <a:ea typeface="Courier New"/>
              </a:rPr>
              <a:t>      - run: pip install -r services/${{matrix.service}}/requirements.txt</a:t>
            </a:r>
            <a:endParaRPr lang="en-US" sz="1400" b="0" u="none" strike="noStrike">
              <a:solidFill>
                <a:srgbClr val="000000"/>
              </a:solidFill>
              <a:effectLst/>
              <a:uFillTx/>
              <a:latin typeface="Arial"/>
            </a:endParaRPr>
          </a:p>
        </p:txBody>
      </p:sp>
      <p:sp>
        <p:nvSpPr>
          <p:cNvPr id="45" name="Text 3"/>
          <p:cNvSpPr/>
          <p:nvPr/>
        </p:nvSpPr>
        <p:spPr>
          <a:xfrm>
            <a:off x="3383280" y="411480"/>
            <a:ext cx="557748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400" b="1" u="none" strike="noStrike">
                <a:solidFill>
                  <a:schemeClr val="accent1"/>
                </a:solidFill>
                <a:effectLst/>
                <a:uFillTx/>
                <a:latin typeface="Calibri"/>
              </a:rPr>
              <a:t>Type this first</a:t>
            </a:r>
            <a:endParaRPr lang="en-US" sz="1400" b="0" u="none" strike="noStrike">
              <a:solidFill>
                <a:srgbClr val="000000"/>
              </a:solidFill>
              <a:effectLst/>
              <a:uFillTx/>
              <a:latin typeface="Arial"/>
            </a:endParaRPr>
          </a:p>
        </p:txBody>
      </p:sp>
      <p:sp>
        <p:nvSpPr>
          <p:cNvPr id="46" name="PlaceHolder 2"/>
          <p:cNvSpPr>
            <a:spLocks noGrp="1"/>
          </p:cNvSpPr>
          <p:nvPr>
            <p:ph type="sldNum" idx="9"/>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F3F5F7"/>
                </a:solidFill>
                <a:effectLst/>
                <a:uFillTx/>
                <a:latin typeface="Calibri"/>
              </a:defRPr>
            </a:lvl1pPr>
          </a:lstStyle>
          <a:p>
            <a:pPr indent="0" algn="r" defTabSz="914400">
              <a:lnSpc>
                <a:spcPct val="100000"/>
              </a:lnSpc>
              <a:buNone/>
            </a:pPr>
            <a:fld id="{9A6990AF-3657-4C04-96DA-D79F50F85515}" type="slidenum">
              <a:rPr lang="en-US" sz="1000" b="0" u="none" strike="noStrike">
                <a:solidFill>
                  <a:srgbClr val="F3F5F7"/>
                </a:solidFill>
                <a:effectLst/>
                <a:uFillTx/>
                <a:latin typeface="Calibri"/>
              </a:rPr>
              <a:t>3</a:t>
            </a:fld>
            <a:endParaRPr lang="en-US" sz="1000" b="0" u="none" strike="noStrike">
              <a:solidFill>
                <a:srgbClr val="000000"/>
              </a:solidFill>
              <a:effectLst/>
              <a:uFillTx/>
              <a:latin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Start file, part 2</a:t>
            </a:r>
          </a:p>
        </p:txBody>
      </p:sp>
      <p:sp>
        <p:nvSpPr>
          <p:cNvPr id="48" name="code panel"/>
          <p:cNvSpPr/>
          <p:nvPr/>
        </p:nvSpPr>
        <p:spPr>
          <a:xfrm>
            <a:off x="320040" y="1005840"/>
            <a:ext cx="8503560" cy="3931560"/>
          </a:xfrm>
          <a:prstGeom prst="roundRect">
            <a:avLst>
              <a:gd name="adj" fmla="val 1860"/>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9" name="code"/>
          <p:cNvSpPr/>
          <p:nvPr/>
        </p:nvSpPr>
        <p:spPr>
          <a:xfrm>
            <a:off x="429840" y="1088280"/>
            <a:ext cx="8283960" cy="376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ts val="1621"/>
              </a:lnSpc>
              <a:tabLst>
                <a:tab pos="0" algn="l"/>
              </a:tabLst>
            </a:pPr>
            <a:r>
              <a:rPr lang="en-US" sz="1350" b="0" u="none" strike="noStrike">
                <a:solidFill>
                  <a:schemeClr val="lt2"/>
                </a:solidFill>
                <a:effectLst/>
                <a:uFillTx/>
                <a:latin typeface="Courier New"/>
                <a:ea typeface="Courier New"/>
              </a:rPr>
              <a:t>      - run: pytest -rA services/${{matrix.service}} &gt; ${{matrix.service}}-${{matrix.python-version}}-test-report.txt</a:t>
            </a:r>
            <a:endParaRPr lang="en-US" sz="1350" b="0" u="none" strike="noStrike">
              <a:solidFill>
                <a:srgbClr val="000000"/>
              </a:solidFill>
              <a:effectLst/>
              <a:uFillTx/>
              <a:latin typeface="Arial"/>
            </a:endParaRPr>
          </a:p>
          <a:p>
            <a:pPr defTabSz="914400">
              <a:lnSpc>
                <a:spcPts val="1621"/>
              </a:lnSpc>
              <a:tabLst>
                <a:tab pos="0" algn="l"/>
              </a:tabLst>
            </a:pPr>
            <a:r>
              <a:rPr lang="en-US" sz="1350" b="0" u="none" strike="noStrike">
                <a:solidFill>
                  <a:schemeClr val="lt2"/>
                </a:solidFill>
                <a:effectLst/>
                <a:uFillTx/>
                <a:latin typeface="Courier New"/>
                <a:ea typeface="Courier New"/>
              </a:rPr>
              <a:t>      - uses: actions/upload-artifact@v7</a:t>
            </a:r>
            <a:endParaRPr lang="en-US" sz="1350" b="0" u="none" strike="noStrike">
              <a:solidFill>
                <a:srgbClr val="000000"/>
              </a:solidFill>
              <a:effectLst/>
              <a:uFillTx/>
              <a:latin typeface="Arial"/>
            </a:endParaRPr>
          </a:p>
          <a:p>
            <a:pPr defTabSz="914400">
              <a:lnSpc>
                <a:spcPts val="1621"/>
              </a:lnSpc>
              <a:tabLst>
                <a:tab pos="0" algn="l"/>
              </a:tabLst>
            </a:pPr>
            <a:r>
              <a:rPr lang="en-US" sz="1350" b="0" u="none" strike="noStrike">
                <a:solidFill>
                  <a:schemeClr val="lt2"/>
                </a:solidFill>
                <a:effectLst/>
                <a:uFillTx/>
                <a:latin typeface="Courier New"/>
                <a:ea typeface="Courier New"/>
              </a:rPr>
              <a:t>        if: always()</a:t>
            </a:r>
            <a:endParaRPr lang="en-US" sz="1350" b="0" u="none" strike="noStrike">
              <a:solidFill>
                <a:srgbClr val="000000"/>
              </a:solidFill>
              <a:effectLst/>
              <a:uFillTx/>
              <a:latin typeface="Arial"/>
            </a:endParaRPr>
          </a:p>
          <a:p>
            <a:pPr defTabSz="914400">
              <a:lnSpc>
                <a:spcPts val="1621"/>
              </a:lnSpc>
              <a:tabLst>
                <a:tab pos="0" algn="l"/>
              </a:tabLst>
            </a:pPr>
            <a:r>
              <a:rPr lang="en-US" sz="1350" b="0" u="none" strike="noStrike">
                <a:solidFill>
                  <a:schemeClr val="lt2"/>
                </a:solidFill>
                <a:effectLst/>
                <a:uFillTx/>
                <a:latin typeface="Courier New"/>
                <a:ea typeface="Courier New"/>
              </a:rPr>
              <a:t>        with:</a:t>
            </a:r>
            <a:endParaRPr lang="en-US" sz="1350" b="0" u="none" strike="noStrike">
              <a:solidFill>
                <a:srgbClr val="000000"/>
              </a:solidFill>
              <a:effectLst/>
              <a:uFillTx/>
              <a:latin typeface="Arial"/>
            </a:endParaRPr>
          </a:p>
          <a:p>
            <a:pPr defTabSz="914400">
              <a:lnSpc>
                <a:spcPts val="1621"/>
              </a:lnSpc>
              <a:tabLst>
                <a:tab pos="0" algn="l"/>
              </a:tabLst>
            </a:pPr>
            <a:r>
              <a:rPr lang="en-US" sz="1350" b="0" u="none" strike="noStrike">
                <a:solidFill>
                  <a:schemeClr val="lt2"/>
                </a:solidFill>
                <a:effectLst/>
                <a:uFillTx/>
                <a:latin typeface="Courier New"/>
                <a:ea typeface="Courier New"/>
              </a:rPr>
              <a:t>          name: ${{matrix.service}}-${{matrix.python-version}} test report</a:t>
            </a:r>
            <a:endParaRPr lang="en-US" sz="1350" b="0" u="none" strike="noStrike">
              <a:solidFill>
                <a:srgbClr val="000000"/>
              </a:solidFill>
              <a:effectLst/>
              <a:uFillTx/>
              <a:latin typeface="Arial"/>
            </a:endParaRPr>
          </a:p>
          <a:p>
            <a:pPr defTabSz="914400">
              <a:lnSpc>
                <a:spcPts val="1621"/>
              </a:lnSpc>
              <a:tabLst>
                <a:tab pos="0" algn="l"/>
              </a:tabLst>
            </a:pPr>
            <a:r>
              <a:rPr lang="en-US" sz="1350" b="0" u="none" strike="noStrike">
                <a:solidFill>
                  <a:schemeClr val="lt2"/>
                </a:solidFill>
                <a:effectLst/>
                <a:uFillTx/>
                <a:latin typeface="Courier New"/>
                <a:ea typeface="Courier New"/>
              </a:rPr>
              <a:t>          path: ${{matrix.service}}-${{matrix.python-version}}-test-report.txt</a:t>
            </a:r>
            <a:endParaRPr lang="en-US" sz="1350" b="0" u="none" strike="noStrike">
              <a:solidFill>
                <a:srgbClr val="000000"/>
              </a:solidFill>
              <a:effectLst/>
              <a:uFillTx/>
              <a:latin typeface="Arial"/>
            </a:endParaRPr>
          </a:p>
          <a:p>
            <a:pPr defTabSz="914400">
              <a:lnSpc>
                <a:spcPts val="1621"/>
              </a:lnSpc>
              <a:tabLst>
                <a:tab pos="0" algn="l"/>
              </a:tabLst>
            </a:pPr>
            <a:r>
              <a:rPr lang="en-US" sz="1350" b="0" u="none" strike="noStrike">
                <a:solidFill>
                  <a:schemeClr val="lt2"/>
                </a:solidFill>
                <a:effectLst/>
                <a:uFillTx/>
                <a:latin typeface="Courier New"/>
                <a:ea typeface="Courier New"/>
              </a:rPr>
              <a:t>      - run: pip install bandit</a:t>
            </a:r>
            <a:endParaRPr lang="en-US" sz="1350" b="0" u="none" strike="noStrike">
              <a:solidFill>
                <a:srgbClr val="000000"/>
              </a:solidFill>
              <a:effectLst/>
              <a:uFillTx/>
              <a:latin typeface="Arial"/>
            </a:endParaRPr>
          </a:p>
          <a:p>
            <a:pPr defTabSz="914400">
              <a:lnSpc>
                <a:spcPts val="1621"/>
              </a:lnSpc>
              <a:tabLst>
                <a:tab pos="0" algn="l"/>
              </a:tabLst>
            </a:pPr>
            <a:r>
              <a:rPr lang="en-US" sz="1350" b="0" u="none" strike="noStrike">
                <a:solidFill>
                  <a:schemeClr val="lt2"/>
                </a:solidFill>
                <a:effectLst/>
                <a:uFillTx/>
                <a:latin typeface="Courier New"/>
                <a:ea typeface="Courier New"/>
              </a:rPr>
              <a:t>      - run: bandit -r services/${{matrix.service}} -f html -o ${{matrix.service}}-${{matrix.python-version}}-bandit-report.html</a:t>
            </a:r>
            <a:endParaRPr lang="en-US" sz="1350" b="0" u="none" strike="noStrike">
              <a:solidFill>
                <a:srgbClr val="000000"/>
              </a:solidFill>
              <a:effectLst/>
              <a:uFillTx/>
              <a:latin typeface="Arial"/>
            </a:endParaRPr>
          </a:p>
          <a:p>
            <a:pPr defTabSz="914400">
              <a:lnSpc>
                <a:spcPts val="1621"/>
              </a:lnSpc>
              <a:tabLst>
                <a:tab pos="0" algn="l"/>
              </a:tabLst>
            </a:pPr>
            <a:r>
              <a:rPr lang="en-US" sz="1350" b="0" u="none" strike="noStrike">
                <a:solidFill>
                  <a:schemeClr val="lt2"/>
                </a:solidFill>
                <a:effectLst/>
                <a:uFillTx/>
                <a:latin typeface="Courier New"/>
                <a:ea typeface="Courier New"/>
              </a:rPr>
              <a:t>        continue-on-error: true</a:t>
            </a:r>
            <a:endParaRPr lang="en-US" sz="1350" b="0" u="none" strike="noStrike">
              <a:solidFill>
                <a:srgbClr val="000000"/>
              </a:solidFill>
              <a:effectLst/>
              <a:uFillTx/>
              <a:latin typeface="Arial"/>
            </a:endParaRPr>
          </a:p>
          <a:p>
            <a:pPr defTabSz="914400">
              <a:lnSpc>
                <a:spcPts val="1621"/>
              </a:lnSpc>
              <a:tabLst>
                <a:tab pos="0" algn="l"/>
              </a:tabLst>
            </a:pPr>
            <a:r>
              <a:rPr lang="en-US" sz="1350" b="0" u="none" strike="noStrike">
                <a:solidFill>
                  <a:schemeClr val="lt2"/>
                </a:solidFill>
                <a:effectLst/>
                <a:uFillTx/>
                <a:latin typeface="Courier New"/>
                <a:ea typeface="Courier New"/>
              </a:rPr>
              <a:t>      - name: Upload Bandit Report as Artifact</a:t>
            </a:r>
            <a:endParaRPr lang="en-US" sz="1350" b="0" u="none" strike="noStrike">
              <a:solidFill>
                <a:srgbClr val="000000"/>
              </a:solidFill>
              <a:effectLst/>
              <a:uFillTx/>
              <a:latin typeface="Arial"/>
            </a:endParaRPr>
          </a:p>
          <a:p>
            <a:pPr defTabSz="914400">
              <a:lnSpc>
                <a:spcPts val="1621"/>
              </a:lnSpc>
              <a:tabLst>
                <a:tab pos="0" algn="l"/>
              </a:tabLst>
            </a:pPr>
            <a:r>
              <a:rPr lang="en-US" sz="1350" b="0" u="none" strike="noStrike">
                <a:solidFill>
                  <a:schemeClr val="lt2"/>
                </a:solidFill>
                <a:effectLst/>
                <a:uFillTx/>
                <a:latin typeface="Courier New"/>
                <a:ea typeface="Courier New"/>
              </a:rPr>
              <a:t>        uses: actions/upload-artifact@v7</a:t>
            </a:r>
            <a:endParaRPr lang="en-US" sz="1350" b="0" u="none" strike="noStrike">
              <a:solidFill>
                <a:srgbClr val="000000"/>
              </a:solidFill>
              <a:effectLst/>
              <a:uFillTx/>
              <a:latin typeface="Arial"/>
            </a:endParaRPr>
          </a:p>
          <a:p>
            <a:pPr defTabSz="914400">
              <a:lnSpc>
                <a:spcPts val="1621"/>
              </a:lnSpc>
              <a:tabLst>
                <a:tab pos="0" algn="l"/>
              </a:tabLst>
            </a:pPr>
            <a:r>
              <a:rPr lang="en-US" sz="1350" b="0" u="none" strike="noStrike">
                <a:solidFill>
                  <a:schemeClr val="lt2"/>
                </a:solidFill>
                <a:effectLst/>
                <a:uFillTx/>
                <a:latin typeface="Courier New"/>
                <a:ea typeface="Courier New"/>
              </a:rPr>
              <a:t>        with:</a:t>
            </a:r>
            <a:endParaRPr lang="en-US" sz="1350" b="0" u="none" strike="noStrike">
              <a:solidFill>
                <a:srgbClr val="000000"/>
              </a:solidFill>
              <a:effectLst/>
              <a:uFillTx/>
              <a:latin typeface="Arial"/>
            </a:endParaRPr>
          </a:p>
          <a:p>
            <a:pPr defTabSz="914400">
              <a:lnSpc>
                <a:spcPts val="1621"/>
              </a:lnSpc>
              <a:tabLst>
                <a:tab pos="0" algn="l"/>
              </a:tabLst>
            </a:pPr>
            <a:r>
              <a:rPr lang="en-US" sz="1350" b="0" u="none" strike="noStrike">
                <a:solidFill>
                  <a:schemeClr val="lt2"/>
                </a:solidFill>
                <a:effectLst/>
                <a:uFillTx/>
                <a:latin typeface="Courier New"/>
                <a:ea typeface="Courier New"/>
              </a:rPr>
              <a:t>          name: ${{matrix.service}}-${{matrix.python-version}}-bandit-report</a:t>
            </a:r>
            <a:endParaRPr lang="en-US" sz="1350" b="0" u="none" strike="noStrike">
              <a:solidFill>
                <a:srgbClr val="000000"/>
              </a:solidFill>
              <a:effectLst/>
              <a:uFillTx/>
              <a:latin typeface="Arial"/>
            </a:endParaRPr>
          </a:p>
          <a:p>
            <a:pPr defTabSz="914400">
              <a:lnSpc>
                <a:spcPts val="1621"/>
              </a:lnSpc>
              <a:tabLst>
                <a:tab pos="0" algn="l"/>
              </a:tabLst>
            </a:pPr>
            <a:r>
              <a:rPr lang="en-US" sz="1350" b="0" u="none" strike="noStrike">
                <a:solidFill>
                  <a:schemeClr val="lt2"/>
                </a:solidFill>
                <a:effectLst/>
                <a:uFillTx/>
                <a:latin typeface="Courier New"/>
                <a:ea typeface="Courier New"/>
              </a:rPr>
              <a:t>          path: ${{matrix.service}}-${{matrix.python-version}}-bandit-report.html</a:t>
            </a:r>
            <a:endParaRPr lang="en-US" sz="1350" b="0" u="none" strike="noStrike">
              <a:solidFill>
                <a:srgbClr val="000000"/>
              </a:solidFill>
              <a:effectLst/>
              <a:uFillTx/>
              <a:latin typeface="Arial"/>
            </a:endParaRPr>
          </a:p>
        </p:txBody>
      </p:sp>
      <p:sp>
        <p:nvSpPr>
          <p:cNvPr id="50" name="Text 3"/>
          <p:cNvSpPr/>
          <p:nvPr/>
        </p:nvSpPr>
        <p:spPr>
          <a:xfrm>
            <a:off x="3383280" y="411480"/>
            <a:ext cx="557748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400" b="1" u="none" strike="noStrike">
                <a:solidFill>
                  <a:schemeClr val="accent1"/>
                </a:solidFill>
                <a:effectLst/>
                <a:uFillTx/>
                <a:latin typeface="Calibri"/>
              </a:rPr>
              <a:t>Type this under part 1.</a:t>
            </a:r>
            <a:endParaRPr lang="en-US" sz="1400" b="0" u="none" strike="noStrike">
              <a:solidFill>
                <a:srgbClr val="000000"/>
              </a:solidFill>
              <a:effectLst/>
              <a:uFillTx/>
              <a:latin typeface="Arial"/>
            </a:endParaRPr>
          </a:p>
        </p:txBody>
      </p:sp>
      <p:sp>
        <p:nvSpPr>
          <p:cNvPr id="51" name="PlaceHolder 2"/>
          <p:cNvSpPr>
            <a:spLocks noGrp="1"/>
          </p:cNvSpPr>
          <p:nvPr>
            <p:ph type="sldNum" idx="10"/>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F3F5F7"/>
                </a:solidFill>
                <a:effectLst/>
                <a:uFillTx/>
                <a:latin typeface="Calibri"/>
              </a:defRPr>
            </a:lvl1pPr>
          </a:lstStyle>
          <a:p>
            <a:pPr indent="0" algn="r" defTabSz="914400">
              <a:lnSpc>
                <a:spcPct val="100000"/>
              </a:lnSpc>
              <a:buNone/>
            </a:pPr>
            <a:fld id="{BC0177AD-1A2F-40AB-994B-B6CD2490BC6C}" type="slidenum">
              <a:rPr lang="en-US" sz="1000" b="0" u="none" strike="noStrike">
                <a:solidFill>
                  <a:srgbClr val="F3F5F7"/>
                </a:solidFill>
                <a:effectLst/>
                <a:uFillTx/>
                <a:latin typeface="Calibri"/>
              </a:rPr>
              <a:t>4</a:t>
            </a:fld>
            <a:endParaRPr lang="en-US" sz="1000" b="0" u="none" strike="noStrike">
              <a:solidFill>
                <a:srgbClr val="000000"/>
              </a:solidFill>
              <a:effectLst/>
              <a:uFillTx/>
              <a:latin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CI</a:t>
            </a:r>
          </a:p>
        </p:txBody>
      </p:sp>
      <p:sp>
        <p:nvSpPr>
          <p:cNvPr id="53" name="CI circle"/>
          <p:cNvSpPr/>
          <p:nvPr/>
        </p:nvSpPr>
        <p:spPr>
          <a:xfrm>
            <a:off x="548640" y="1600200"/>
            <a:ext cx="1462680" cy="1462680"/>
          </a:xfrm>
          <a:prstGeom prst="ellipse">
            <a:avLst/>
          </a:prstGeom>
          <a:solidFill>
            <a:srgbClr val="1A7F3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54" name="CI image" descr="FaSync"/>
          <p:cNvPicPr/>
          <p:nvPr/>
        </p:nvPicPr>
        <p:blipFill>
          <a:blip r:embed="rId3"/>
          <a:stretch/>
        </p:blipFill>
        <p:spPr>
          <a:xfrm>
            <a:off x="914400" y="1965960"/>
            <a:ext cx="731160" cy="731160"/>
          </a:xfrm>
          <a:prstGeom prst="rect">
            <a:avLst/>
          </a:prstGeom>
          <a:noFill/>
          <a:ln w="0">
            <a:noFill/>
          </a:ln>
        </p:spPr>
      </p:pic>
      <p:sp>
        <p:nvSpPr>
          <p:cNvPr id="55" name="Text 2"/>
          <p:cNvSpPr/>
          <p:nvPr/>
        </p:nvSpPr>
        <p:spPr>
          <a:xfrm>
            <a:off x="2377440" y="1280160"/>
            <a:ext cx="62175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000" b="1" u="none" strike="noStrike">
                <a:solidFill>
                  <a:schemeClr val="dk1"/>
                </a:solidFill>
                <a:effectLst/>
                <a:uFillTx/>
                <a:latin typeface="Calibri"/>
              </a:rPr>
              <a:t>CI: every push is built and tested automatically.</a:t>
            </a:r>
            <a:endParaRPr lang="en-US" sz="3000" b="0" u="none" strike="noStrike">
              <a:solidFill>
                <a:srgbClr val="000000"/>
              </a:solidFill>
              <a:effectLst/>
              <a:uFillTx/>
              <a:latin typeface="Arial"/>
            </a:endParaRPr>
          </a:p>
        </p:txBody>
      </p:sp>
      <p:sp>
        <p:nvSpPr>
          <p:cNvPr id="56" name="PlaceHolder 2"/>
          <p:cNvSpPr>
            <a:spLocks noGrp="1"/>
          </p:cNvSpPr>
          <p:nvPr>
            <p:ph type="sldNum" idx="11"/>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4D1D3511-E233-429F-AED2-9517E296E345}" type="slidenum">
              <a:rPr lang="en-US" sz="1000" b="0" u="none" strike="noStrike">
                <a:solidFill>
                  <a:schemeClr val="accent6"/>
                </a:solidFill>
                <a:effectLst/>
                <a:uFillTx/>
                <a:latin typeface="Calibri"/>
              </a:rPr>
              <a:t>5</a:t>
            </a:fld>
            <a:endParaRPr lang="en-US" sz="1000" b="0" u="none" strike="noStrike">
              <a:solidFill>
                <a:srgbClr val="000000"/>
              </a:solidFill>
              <a:effectLst/>
              <a:uFillTx/>
              <a:latin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CD</a:t>
            </a:r>
          </a:p>
        </p:txBody>
      </p:sp>
      <p:sp>
        <p:nvSpPr>
          <p:cNvPr id="58" name="CD circle"/>
          <p:cNvSpPr/>
          <p:nvPr/>
        </p:nvSpPr>
        <p:spPr>
          <a:xfrm>
            <a:off x="548640" y="1600200"/>
            <a:ext cx="1462680" cy="1462680"/>
          </a:xfrm>
          <a:prstGeom prst="ellipse">
            <a:avLst/>
          </a:prstGeom>
          <a:solidFill>
            <a:srgbClr val="1A7F3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59" name="CD image" descr="FaRocket"/>
          <p:cNvPicPr/>
          <p:nvPr/>
        </p:nvPicPr>
        <p:blipFill>
          <a:blip r:embed="rId3"/>
          <a:stretch/>
        </p:blipFill>
        <p:spPr>
          <a:xfrm>
            <a:off x="914400" y="1965960"/>
            <a:ext cx="731160" cy="731160"/>
          </a:xfrm>
          <a:prstGeom prst="rect">
            <a:avLst/>
          </a:prstGeom>
          <a:noFill/>
          <a:ln w="0">
            <a:noFill/>
          </a:ln>
        </p:spPr>
      </p:pic>
      <p:sp>
        <p:nvSpPr>
          <p:cNvPr id="60" name="Text 2"/>
          <p:cNvSpPr/>
          <p:nvPr/>
        </p:nvSpPr>
        <p:spPr>
          <a:xfrm>
            <a:off x="2377440" y="1280160"/>
            <a:ext cx="6217560" cy="182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000" b="1" u="none" strike="noStrike">
                <a:solidFill>
                  <a:schemeClr val="dk1"/>
                </a:solidFill>
                <a:effectLst/>
                <a:uFillTx/>
                <a:latin typeface="Calibri"/>
              </a:rPr>
              <a:t>CD: every change that passed is delivered automatically to where people use it.</a:t>
            </a:r>
            <a:endParaRPr lang="en-US" sz="3000" b="0" u="none" strike="noStrike">
              <a:solidFill>
                <a:srgbClr val="000000"/>
              </a:solidFill>
              <a:effectLst/>
              <a:uFillTx/>
              <a:latin typeface="Arial"/>
            </a:endParaRPr>
          </a:p>
        </p:txBody>
      </p:sp>
      <p:sp>
        <p:nvSpPr>
          <p:cNvPr id="61" name="Text 3"/>
          <p:cNvSpPr/>
          <p:nvPr/>
        </p:nvSpPr>
        <p:spPr>
          <a:xfrm>
            <a:off x="2377440" y="3291840"/>
            <a:ext cx="621756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2200" b="0" i="1" u="none" strike="noStrike">
                <a:solidFill>
                  <a:schemeClr val="accent6"/>
                </a:solidFill>
                <a:effectLst/>
                <a:uFillTx/>
                <a:latin typeface="Calibri"/>
              </a:rPr>
              <a:t>CI checks the change. CD ships it.</a:t>
            </a:r>
            <a:endParaRPr lang="en-US" sz="2200" b="0" u="none" strike="noStrike">
              <a:solidFill>
                <a:srgbClr val="000000"/>
              </a:solidFill>
              <a:effectLst/>
              <a:uFillTx/>
              <a:latin typeface="Arial"/>
            </a:endParaRPr>
          </a:p>
        </p:txBody>
      </p:sp>
      <p:sp>
        <p:nvSpPr>
          <p:cNvPr id="62" name="PlaceHolder 2"/>
          <p:cNvSpPr>
            <a:spLocks noGrp="1"/>
          </p:cNvSpPr>
          <p:nvPr>
            <p:ph type="sldNum" idx="12"/>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26E2985D-F6B6-449D-931C-FA73A3B45882}" type="slidenum">
              <a:rPr lang="en-US" sz="1000" b="0" u="none" strike="noStrike">
                <a:solidFill>
                  <a:schemeClr val="accent6"/>
                </a:solidFill>
                <a:effectLst/>
                <a:uFillTx/>
                <a:latin typeface="Calibri"/>
              </a:rPr>
              <a:t>6</a:t>
            </a:fld>
            <a:endParaRPr lang="en-US" sz="1000" b="0" u="none" strike="noStrike">
              <a:solidFill>
                <a:srgbClr val="000000"/>
              </a:solidFill>
              <a:effectLst/>
              <a:uFillTx/>
              <a:latin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Today</a:t>
            </a:r>
          </a:p>
        </p:txBody>
      </p:sp>
      <p:sp>
        <p:nvSpPr>
          <p:cNvPr id="64" name="Today circle"/>
          <p:cNvSpPr/>
          <p:nvPr/>
        </p:nvSpPr>
        <p:spPr>
          <a:xfrm>
            <a:off x="548640" y="1600200"/>
            <a:ext cx="1462680" cy="1462680"/>
          </a:xfrm>
          <a:prstGeom prst="ellipse">
            <a:avLst/>
          </a:prstGeom>
          <a:solidFill>
            <a:srgbClr val="1A7F3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65" name="Today image" descr="FaGlobe"/>
          <p:cNvPicPr/>
          <p:nvPr/>
        </p:nvPicPr>
        <p:blipFill>
          <a:blip r:embed="rId3"/>
          <a:stretch/>
        </p:blipFill>
        <p:spPr>
          <a:xfrm>
            <a:off x="914400" y="1965960"/>
            <a:ext cx="731160" cy="731160"/>
          </a:xfrm>
          <a:prstGeom prst="rect">
            <a:avLst/>
          </a:prstGeom>
          <a:noFill/>
          <a:ln w="0">
            <a:noFill/>
          </a:ln>
        </p:spPr>
      </p:pic>
      <p:sp>
        <p:nvSpPr>
          <p:cNvPr id="66" name="Text 2"/>
          <p:cNvSpPr/>
          <p:nvPr/>
        </p:nvSpPr>
        <p:spPr>
          <a:xfrm>
            <a:off x="2377440" y="1280160"/>
            <a:ext cx="6217560" cy="237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000" b="1" u="none" strike="noStrike">
                <a:solidFill>
                  <a:schemeClr val="dk1"/>
                </a:solidFill>
                <a:effectLst/>
                <a:uFillTx/>
                <a:latin typeface="Calibri"/>
              </a:rPr>
              <a:t>Today the pipeline publishes a public site with GitHub Pages: the Bandit reports.</a:t>
            </a:r>
            <a:endParaRPr lang="en-US" sz="3000" b="0" u="none" strike="noStrike">
              <a:solidFill>
                <a:srgbClr val="000000"/>
              </a:solidFill>
              <a:effectLst/>
              <a:uFillTx/>
              <a:latin typeface="Arial"/>
            </a:endParaRPr>
          </a:p>
        </p:txBody>
      </p:sp>
      <p:sp>
        <p:nvSpPr>
          <p:cNvPr id="67" name="PlaceHolder 2"/>
          <p:cNvSpPr>
            <a:spLocks noGrp="1"/>
          </p:cNvSpPr>
          <p:nvPr>
            <p:ph type="sldNum" idx="13"/>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79CE2AF2-AE2B-4F70-9741-EC5B348703EA}" type="slidenum">
              <a:rPr lang="en-US" sz="1000" b="0" u="none" strike="noStrike">
                <a:solidFill>
                  <a:schemeClr val="accent6"/>
                </a:solidFill>
                <a:effectLst/>
                <a:uFillTx/>
                <a:latin typeface="Calibri"/>
              </a:rPr>
              <a:t>7</a:t>
            </a:fld>
            <a:endParaRPr lang="en-US" sz="1000" b="0" u="none" strike="noStrike">
              <a:solidFill>
                <a:srgbClr val="000000"/>
              </a:solidFill>
              <a:effectLst/>
              <a:uFillTx/>
              <a:latin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A pipeline</a:t>
            </a:r>
          </a:p>
        </p:txBody>
      </p:sp>
      <p:sp>
        <p:nvSpPr>
          <p:cNvPr id="69" name="Text 1"/>
          <p:cNvSpPr/>
          <p:nvPr/>
        </p:nvSpPr>
        <p:spPr>
          <a:xfrm>
            <a:off x="548640" y="1188720"/>
            <a:ext cx="804636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chemeClr val="dk1"/>
                </a:solidFill>
                <a:effectLst/>
                <a:uFillTx/>
                <a:latin typeface="Calibri"/>
              </a:rPr>
              <a:t>Stages run in order. What makes stage 3 wait for stage 2?</a:t>
            </a:r>
            <a:endParaRPr lang="en-US" sz="2800" b="0" u="none" strike="noStrike">
              <a:solidFill>
                <a:srgbClr val="000000"/>
              </a:solidFill>
              <a:effectLst/>
              <a:uFillTx/>
              <a:latin typeface="Arial"/>
            </a:endParaRPr>
          </a:p>
        </p:txBody>
      </p:sp>
      <p:sp>
        <p:nvSpPr>
          <p:cNvPr id="70" name="box stage 1"/>
          <p:cNvSpPr/>
          <p:nvPr/>
        </p:nvSpPr>
        <p:spPr>
          <a:xfrm>
            <a:off x="548640" y="2743200"/>
            <a:ext cx="2377080" cy="1188360"/>
          </a:xfrm>
          <a:prstGeom prst="roundRect">
            <a:avLst>
              <a:gd name="adj" fmla="val 6154"/>
            </a:avLst>
          </a:prstGeom>
          <a:solidFill>
            <a:srgbClr val="1A7F3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1" name="Text 3"/>
          <p:cNvSpPr/>
          <p:nvPr/>
        </p:nvSpPr>
        <p:spPr>
          <a:xfrm>
            <a:off x="640080" y="2743200"/>
            <a:ext cx="219420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400" b="1" u="none" strike="noStrike">
                <a:solidFill>
                  <a:schemeClr val="lt1"/>
                </a:solidFill>
                <a:effectLst/>
                <a:uFillTx/>
                <a:latin typeface="Calibri"/>
              </a:rPr>
              <a:t>stage 1</a:t>
            </a:r>
            <a:endParaRPr lang="en-US" sz="2400" b="0" u="none" strike="noStrike">
              <a:solidFill>
                <a:srgbClr val="000000"/>
              </a:solidFill>
              <a:effectLst/>
              <a:uFillTx/>
              <a:latin typeface="Arial"/>
            </a:endParaRPr>
          </a:p>
        </p:txBody>
      </p:sp>
      <p:sp>
        <p:nvSpPr>
          <p:cNvPr id="72" name="arrow"/>
          <p:cNvSpPr/>
          <p:nvPr/>
        </p:nvSpPr>
        <p:spPr>
          <a:xfrm>
            <a:off x="2971800" y="3154680"/>
            <a:ext cx="365400" cy="365400"/>
          </a:xfrm>
          <a:prstGeom prst="rightArrow">
            <a:avLst>
              <a:gd name="adj1" fmla="val 50000"/>
              <a:gd name="adj2" fmla="val 50000"/>
            </a:avLst>
          </a:prstGeom>
          <a:solidFill>
            <a:schemeClr val="accent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3" name="box stage 2"/>
          <p:cNvSpPr/>
          <p:nvPr/>
        </p:nvSpPr>
        <p:spPr>
          <a:xfrm>
            <a:off x="3383280" y="2743200"/>
            <a:ext cx="2377080" cy="1188360"/>
          </a:xfrm>
          <a:prstGeom prst="roundRect">
            <a:avLst>
              <a:gd name="adj" fmla="val 6154"/>
            </a:avLst>
          </a:prstGeom>
          <a:solidFill>
            <a:srgbClr val="1A7F3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4" name="Text 6"/>
          <p:cNvSpPr/>
          <p:nvPr/>
        </p:nvSpPr>
        <p:spPr>
          <a:xfrm>
            <a:off x="3474720" y="2743200"/>
            <a:ext cx="219420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400" b="1" u="none" strike="noStrike">
                <a:solidFill>
                  <a:schemeClr val="lt1"/>
                </a:solidFill>
                <a:effectLst/>
                <a:uFillTx/>
                <a:latin typeface="Calibri"/>
              </a:rPr>
              <a:t>stage 2</a:t>
            </a:r>
            <a:endParaRPr lang="en-US" sz="2400" b="0" u="none" strike="noStrike">
              <a:solidFill>
                <a:srgbClr val="000000"/>
              </a:solidFill>
              <a:effectLst/>
              <a:uFillTx/>
              <a:latin typeface="Arial"/>
            </a:endParaRPr>
          </a:p>
        </p:txBody>
      </p:sp>
      <p:sp>
        <p:nvSpPr>
          <p:cNvPr id="75" name="arrow"/>
          <p:cNvSpPr/>
          <p:nvPr/>
        </p:nvSpPr>
        <p:spPr>
          <a:xfrm>
            <a:off x="5806440" y="3154680"/>
            <a:ext cx="365400" cy="365400"/>
          </a:xfrm>
          <a:prstGeom prst="rightArrow">
            <a:avLst>
              <a:gd name="adj1" fmla="val 50000"/>
              <a:gd name="adj2" fmla="val 50000"/>
            </a:avLst>
          </a:prstGeom>
          <a:solidFill>
            <a:schemeClr val="accent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6" name="box stage 3"/>
          <p:cNvSpPr/>
          <p:nvPr/>
        </p:nvSpPr>
        <p:spPr>
          <a:xfrm>
            <a:off x="6217920" y="2743200"/>
            <a:ext cx="2377080" cy="1188360"/>
          </a:xfrm>
          <a:prstGeom prst="roundRect">
            <a:avLst>
              <a:gd name="adj" fmla="val 6154"/>
            </a:avLst>
          </a:prstGeom>
          <a:solidFill>
            <a:srgbClr val="0969D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7" name="Text 9"/>
          <p:cNvSpPr/>
          <p:nvPr/>
        </p:nvSpPr>
        <p:spPr>
          <a:xfrm>
            <a:off x="6309360" y="2743200"/>
            <a:ext cx="219420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400" b="1" u="none" strike="noStrike">
                <a:solidFill>
                  <a:schemeClr val="lt1"/>
                </a:solidFill>
                <a:effectLst/>
                <a:uFillTx/>
                <a:latin typeface="Calibri"/>
              </a:rPr>
              <a:t>stage 3</a:t>
            </a:r>
            <a:endParaRPr lang="en-US" sz="2400" b="0" u="none" strike="noStrike">
              <a:solidFill>
                <a:srgbClr val="000000"/>
              </a:solidFill>
              <a:effectLst/>
              <a:uFillTx/>
              <a:latin typeface="Arial"/>
            </a:endParaRPr>
          </a:p>
        </p:txBody>
      </p:sp>
      <p:sp>
        <p:nvSpPr>
          <p:cNvPr id="78" name="PlaceHolder 2"/>
          <p:cNvSpPr>
            <a:spLocks noGrp="1"/>
          </p:cNvSpPr>
          <p:nvPr>
            <p:ph type="sldNum" idx="14"/>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B3E516A7-BF2B-4D1E-97C2-C8026A189475}" type="slidenum">
              <a:rPr lang="en-US" sz="1000" b="0" u="none" strike="noStrike">
                <a:solidFill>
                  <a:schemeClr val="accent6"/>
                </a:solidFill>
                <a:effectLst/>
                <a:uFillTx/>
                <a:latin typeface="Calibri"/>
              </a:rPr>
              <a:t>8</a:t>
            </a:fld>
            <a:endParaRPr lang="en-US" sz="1000" b="0" u="none" strike="noStrike">
              <a:solidFill>
                <a:srgbClr val="000000"/>
              </a:solidFill>
              <a:effectLst/>
              <a:uFillTx/>
              <a:latin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needs</a:t>
            </a:r>
          </a:p>
        </p:txBody>
      </p:sp>
      <p:sp>
        <p:nvSpPr>
          <p:cNvPr id="80" name="Text 1"/>
          <p:cNvSpPr/>
          <p:nvPr/>
        </p:nvSpPr>
        <p:spPr>
          <a:xfrm>
            <a:off x="548640" y="1188720"/>
            <a:ext cx="804636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400" b="1" u="none" strike="noStrike">
                <a:solidFill>
                  <a:schemeClr val="dk1"/>
                </a:solidFill>
                <a:effectLst/>
                <a:uFillTx/>
                <a:latin typeface="Courier New"/>
                <a:ea typeface="Courier New"/>
              </a:rPr>
              <a:t>needs</a:t>
            </a:r>
            <a:r>
              <a:rPr lang="en-US" sz="2800" b="1" u="none" strike="noStrike">
                <a:solidFill>
                  <a:schemeClr val="dk1"/>
                </a:solidFill>
                <a:effectLst/>
                <a:uFillTx/>
                <a:latin typeface="Calibri"/>
                <a:ea typeface="Courier New"/>
              </a:rPr>
              <a:t> makes a job wait: </a:t>
            </a:r>
            <a:r>
              <a:rPr lang="en-US" sz="2400" b="1" u="none" strike="noStrike">
                <a:solidFill>
                  <a:schemeClr val="dk1"/>
                </a:solidFill>
                <a:effectLst/>
                <a:uFillTx/>
                <a:latin typeface="Courier New"/>
                <a:ea typeface="Courier New"/>
              </a:rPr>
              <a:t>deploy</a:t>
            </a:r>
            <a:r>
              <a:rPr lang="en-US" sz="2800" b="1" u="none" strike="noStrike">
                <a:solidFill>
                  <a:schemeClr val="dk1"/>
                </a:solidFill>
                <a:effectLst/>
                <a:uFillTx/>
                <a:latin typeface="Calibri"/>
                <a:ea typeface="Courier New"/>
              </a:rPr>
              <a:t> starts only after </a:t>
            </a:r>
            <a:r>
              <a:rPr lang="en-US" sz="2400" b="1" u="none" strike="noStrike">
                <a:solidFill>
                  <a:schemeClr val="dk1"/>
                </a:solidFill>
                <a:effectLst/>
                <a:uFillTx/>
                <a:latin typeface="Courier New"/>
                <a:ea typeface="Courier New"/>
              </a:rPr>
              <a:t>run_tests</a:t>
            </a:r>
            <a:r>
              <a:rPr lang="en-US" sz="2800" b="1" u="none" strike="noStrike">
                <a:solidFill>
                  <a:schemeClr val="dk1"/>
                </a:solidFill>
                <a:effectLst/>
                <a:uFillTx/>
                <a:latin typeface="Calibri"/>
                <a:ea typeface="Courier New"/>
              </a:rPr>
              <a:t> is green.</a:t>
            </a:r>
            <a:endParaRPr lang="en-US" sz="2800" b="0" u="none" strike="noStrike">
              <a:solidFill>
                <a:srgbClr val="000000"/>
              </a:solidFill>
              <a:effectLst/>
              <a:uFillTx/>
              <a:latin typeface="Arial"/>
            </a:endParaRPr>
          </a:p>
        </p:txBody>
      </p:sp>
      <p:sp>
        <p:nvSpPr>
          <p:cNvPr id="81" name="code panel"/>
          <p:cNvSpPr/>
          <p:nvPr/>
        </p:nvSpPr>
        <p:spPr>
          <a:xfrm>
            <a:off x="548640" y="2834640"/>
            <a:ext cx="8046360" cy="1462680"/>
          </a:xfrm>
          <a:prstGeom prst="roundRect">
            <a:avLst>
              <a:gd name="adj" fmla="val 5000"/>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2" name="code"/>
          <p:cNvSpPr/>
          <p:nvPr/>
        </p:nvSpPr>
        <p:spPr>
          <a:xfrm>
            <a:off x="713160" y="2917080"/>
            <a:ext cx="7717320" cy="1298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3640"/>
              </a:lnSpc>
              <a:tabLst>
                <a:tab pos="0" algn="l"/>
              </a:tabLst>
            </a:pPr>
            <a:r>
              <a:rPr lang="en-US" sz="2600" b="0" u="none" strike="noStrike">
                <a:solidFill>
                  <a:srgbClr val="56D364"/>
                </a:solidFill>
                <a:effectLst/>
                <a:uFillTx/>
                <a:latin typeface="Courier New"/>
                <a:ea typeface="Courier New"/>
              </a:rPr>
              <a:t>deploy:</a:t>
            </a:r>
            <a:endParaRPr lang="en-US" sz="2600" b="0" u="none" strike="noStrike">
              <a:solidFill>
                <a:srgbClr val="000000"/>
              </a:solidFill>
              <a:effectLst/>
              <a:uFillTx/>
              <a:latin typeface="Arial"/>
            </a:endParaRPr>
          </a:p>
          <a:p>
            <a:pPr defTabSz="914400">
              <a:lnSpc>
                <a:spcPts val="3640"/>
              </a:lnSpc>
              <a:tabLst>
                <a:tab pos="0" algn="l"/>
              </a:tabLst>
            </a:pPr>
            <a:r>
              <a:rPr lang="en-US" sz="2600" b="0" u="none" strike="noStrike">
                <a:solidFill>
                  <a:srgbClr val="56D364"/>
                </a:solidFill>
                <a:effectLst/>
                <a:uFillTx/>
                <a:latin typeface="Courier New"/>
                <a:ea typeface="Courier New"/>
              </a:rPr>
              <a:t>  needs: run_tests</a:t>
            </a:r>
            <a:endParaRPr lang="en-US" sz="2600" b="0" u="none" strike="noStrike">
              <a:solidFill>
                <a:srgbClr val="000000"/>
              </a:solidFill>
              <a:effectLst/>
              <a:uFillTx/>
              <a:latin typeface="Arial"/>
            </a:endParaRPr>
          </a:p>
        </p:txBody>
      </p:sp>
      <p:sp>
        <p:nvSpPr>
          <p:cNvPr id="83" name="PlaceHolder 2"/>
          <p:cNvSpPr>
            <a:spLocks noGrp="1"/>
          </p:cNvSpPr>
          <p:nvPr>
            <p:ph type="sldNum" idx="15"/>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BD52CD0D-179F-4F05-AA1D-7E5B239A645A}" type="slidenum">
              <a:rPr lang="en-US" sz="1000" b="0" u="none" strike="noStrike">
                <a:solidFill>
                  <a:schemeClr val="accent6"/>
                </a:solidFill>
                <a:effectLst/>
                <a:uFillTx/>
                <a:latin typeface="Calibri"/>
              </a:rPr>
              <a:t>9</a:t>
            </a:fld>
            <a:endParaRPr lang="en-US" sz="1000" b="0" u="none" strike="noStrike">
              <a:solidFill>
                <a:srgbClr val="000000"/>
              </a:solidFill>
              <a:effectLst/>
              <a:uFillTx/>
              <a:latin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A failed job stops the rest</a:t>
            </a:r>
          </a:p>
        </p:txBody>
      </p:sp>
      <p:sp>
        <p:nvSpPr>
          <p:cNvPr id="85" name="Text 1"/>
          <p:cNvSpPr/>
          <p:nvPr/>
        </p:nvSpPr>
        <p:spPr>
          <a:xfrm>
            <a:off x="548640" y="1188720"/>
            <a:ext cx="804636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000" b="1" u="none" strike="noStrike">
                <a:solidFill>
                  <a:schemeClr val="dk1"/>
                </a:solidFill>
                <a:effectLst/>
                <a:uFillTx/>
                <a:latin typeface="Calibri"/>
              </a:rPr>
              <a:t>If </a:t>
            </a:r>
            <a:r>
              <a:rPr lang="en-US" sz="2600" b="1" u="none" strike="noStrike">
                <a:solidFill>
                  <a:schemeClr val="dk1"/>
                </a:solidFill>
                <a:effectLst/>
                <a:uFillTx/>
                <a:latin typeface="Courier New"/>
                <a:ea typeface="Courier New"/>
              </a:rPr>
              <a:t>run_tests</a:t>
            </a:r>
            <a:r>
              <a:rPr lang="en-US" sz="3000" b="1" u="none" strike="noStrike">
                <a:solidFill>
                  <a:schemeClr val="dk1"/>
                </a:solidFill>
                <a:effectLst/>
                <a:uFillTx/>
                <a:latin typeface="Calibri"/>
                <a:ea typeface="Courier New"/>
              </a:rPr>
              <a:t> fails, </a:t>
            </a:r>
            <a:r>
              <a:rPr lang="en-US" sz="2600" b="1" u="none" strike="noStrike">
                <a:solidFill>
                  <a:schemeClr val="dk1"/>
                </a:solidFill>
                <a:effectLst/>
                <a:uFillTx/>
                <a:latin typeface="Courier New"/>
                <a:ea typeface="Courier New"/>
              </a:rPr>
              <a:t>deploy</a:t>
            </a:r>
            <a:r>
              <a:rPr lang="en-US" sz="3000" b="1" u="none" strike="noStrike">
                <a:solidFill>
                  <a:schemeClr val="dk1"/>
                </a:solidFill>
                <a:effectLst/>
                <a:uFillTx/>
                <a:latin typeface="Calibri"/>
                <a:ea typeface="Courier New"/>
              </a:rPr>
              <a:t> does not run.</a:t>
            </a:r>
            <a:endParaRPr lang="en-US" sz="3000" b="0" u="none" strike="noStrike">
              <a:solidFill>
                <a:srgbClr val="000000"/>
              </a:solidFill>
              <a:effectLst/>
              <a:uFillTx/>
              <a:latin typeface="Arial"/>
            </a:endParaRPr>
          </a:p>
        </p:txBody>
      </p:sp>
      <p:sp>
        <p:nvSpPr>
          <p:cNvPr id="86" name="box run_tests"/>
          <p:cNvSpPr/>
          <p:nvPr/>
        </p:nvSpPr>
        <p:spPr>
          <a:xfrm>
            <a:off x="914400" y="2651760"/>
            <a:ext cx="3108600" cy="1462680"/>
          </a:xfrm>
          <a:prstGeom prst="roundRect">
            <a:avLst>
              <a:gd name="adj" fmla="val 5000"/>
            </a:avLst>
          </a:prstGeom>
          <a:solidFill>
            <a:srgbClr val="D1242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7" name="Text 3"/>
          <p:cNvSpPr/>
          <p:nvPr/>
        </p:nvSpPr>
        <p:spPr>
          <a:xfrm>
            <a:off x="1005840" y="2761560"/>
            <a:ext cx="292572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ctr" defTabSz="914400">
              <a:lnSpc>
                <a:spcPct val="100000"/>
              </a:lnSpc>
              <a:tabLst>
                <a:tab pos="0" algn="l"/>
              </a:tabLst>
            </a:pPr>
            <a:r>
              <a:rPr lang="en-US" sz="2600" b="1" u="none" strike="noStrike">
                <a:solidFill>
                  <a:schemeClr val="lt1"/>
                </a:solidFill>
                <a:effectLst/>
                <a:uFillTx/>
                <a:latin typeface="Courier New"/>
                <a:ea typeface="Courier New"/>
              </a:rPr>
              <a:t>run_tests</a:t>
            </a:r>
            <a:endParaRPr lang="en-US" sz="2600" b="0" u="none" strike="noStrike">
              <a:solidFill>
                <a:srgbClr val="000000"/>
              </a:solidFill>
              <a:effectLst/>
              <a:uFillTx/>
              <a:latin typeface="Arial"/>
            </a:endParaRPr>
          </a:p>
        </p:txBody>
      </p:sp>
      <p:sp>
        <p:nvSpPr>
          <p:cNvPr id="88" name="Text 4"/>
          <p:cNvSpPr/>
          <p:nvPr/>
        </p:nvSpPr>
        <p:spPr>
          <a:xfrm>
            <a:off x="1005840" y="3529440"/>
            <a:ext cx="292572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2000" b="0" u="none" strike="noStrike">
                <a:solidFill>
                  <a:srgbClr val="FFFFFF"/>
                </a:solidFill>
                <a:effectLst/>
                <a:uFillTx/>
                <a:latin typeface="Calibri"/>
              </a:rPr>
              <a:t>fails</a:t>
            </a:r>
            <a:endParaRPr lang="en-US" sz="2000" b="0" u="none" strike="noStrike">
              <a:solidFill>
                <a:srgbClr val="000000"/>
              </a:solidFill>
              <a:effectLst/>
              <a:uFillTx/>
              <a:latin typeface="Arial"/>
            </a:endParaRPr>
          </a:p>
        </p:txBody>
      </p:sp>
      <p:sp>
        <p:nvSpPr>
          <p:cNvPr id="89" name="arrow"/>
          <p:cNvSpPr/>
          <p:nvPr/>
        </p:nvSpPr>
        <p:spPr>
          <a:xfrm>
            <a:off x="4389120" y="3200400"/>
            <a:ext cx="365400" cy="365400"/>
          </a:xfrm>
          <a:prstGeom prst="rightArrow">
            <a:avLst>
              <a:gd name="adj1" fmla="val 50000"/>
              <a:gd name="adj2" fmla="val 50000"/>
            </a:avLst>
          </a:prstGeom>
          <a:solidFill>
            <a:schemeClr val="accent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0" name="box deploy"/>
          <p:cNvSpPr/>
          <p:nvPr/>
        </p:nvSpPr>
        <p:spPr>
          <a:xfrm>
            <a:off x="5120640" y="2651760"/>
            <a:ext cx="3108600" cy="1462680"/>
          </a:xfrm>
          <a:prstGeom prst="roundRect">
            <a:avLst>
              <a:gd name="adj" fmla="val 5000"/>
            </a:avLst>
          </a:prstGeom>
          <a:solidFill>
            <a:srgbClr val="57606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1" name="Text 7"/>
          <p:cNvSpPr/>
          <p:nvPr/>
        </p:nvSpPr>
        <p:spPr>
          <a:xfrm>
            <a:off x="5212080" y="2761560"/>
            <a:ext cx="292572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ctr" defTabSz="914400">
              <a:lnSpc>
                <a:spcPct val="100000"/>
              </a:lnSpc>
              <a:tabLst>
                <a:tab pos="0" algn="l"/>
              </a:tabLst>
            </a:pPr>
            <a:r>
              <a:rPr lang="en-US" sz="2600" b="1" u="none" strike="noStrike">
                <a:solidFill>
                  <a:schemeClr val="lt1"/>
                </a:solidFill>
                <a:effectLst/>
                <a:uFillTx/>
                <a:latin typeface="Courier New"/>
                <a:ea typeface="Courier New"/>
              </a:rPr>
              <a:t>deploy</a:t>
            </a:r>
            <a:endParaRPr lang="en-US" sz="2600" b="0" u="none" strike="noStrike">
              <a:solidFill>
                <a:srgbClr val="000000"/>
              </a:solidFill>
              <a:effectLst/>
              <a:uFillTx/>
              <a:latin typeface="Arial"/>
            </a:endParaRPr>
          </a:p>
        </p:txBody>
      </p:sp>
      <p:sp>
        <p:nvSpPr>
          <p:cNvPr id="92" name="Text 8"/>
          <p:cNvSpPr/>
          <p:nvPr/>
        </p:nvSpPr>
        <p:spPr>
          <a:xfrm>
            <a:off x="5212080" y="3529440"/>
            <a:ext cx="292572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2000" b="0" u="none" strike="noStrike">
                <a:solidFill>
                  <a:srgbClr val="FFFFFF"/>
                </a:solidFill>
                <a:effectLst/>
                <a:uFillTx/>
                <a:latin typeface="Calibri"/>
              </a:rPr>
              <a:t>does not run</a:t>
            </a:r>
            <a:endParaRPr lang="en-US" sz="2000" b="0" u="none" strike="noStrike">
              <a:solidFill>
                <a:srgbClr val="000000"/>
              </a:solidFill>
              <a:effectLst/>
              <a:uFillTx/>
              <a:latin typeface="Arial"/>
            </a:endParaRPr>
          </a:p>
        </p:txBody>
      </p:sp>
      <p:sp>
        <p:nvSpPr>
          <p:cNvPr id="93" name="PlaceHolder 2"/>
          <p:cNvSpPr>
            <a:spLocks noGrp="1"/>
          </p:cNvSpPr>
          <p:nvPr>
            <p:ph type="sldNum" idx="16"/>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192E7DAA-37F7-4BCD-9DF7-FB6CAB0A5656}" type="slidenum">
              <a:rPr lang="en-US" sz="1000" b="0" u="none" strike="noStrike">
                <a:solidFill>
                  <a:schemeClr val="accent6"/>
                </a:solidFill>
                <a:effectLst/>
                <a:uFillTx/>
                <a:latin typeface="Calibri"/>
              </a:rPr>
              <a:t>10</a:t>
            </a:fld>
            <a:endParaRPr lang="en-US" sz="1000" b="0" u="none" strike="noStrike">
              <a:solidFill>
                <a:srgbClr val="000000"/>
              </a:solidFill>
              <a:effectLst/>
              <a:uFillTx/>
              <a:latin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A fresh machine</a:t>
            </a:r>
          </a:p>
        </p:txBody>
      </p:sp>
      <p:sp>
        <p:nvSpPr>
          <p:cNvPr id="95" name="Text 1"/>
          <p:cNvSpPr/>
          <p:nvPr/>
        </p:nvSpPr>
        <p:spPr>
          <a:xfrm>
            <a:off x="548640" y="1188720"/>
            <a:ext cx="804636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chemeClr val="dk1"/>
                </a:solidFill>
                <a:effectLst/>
                <a:uFillTx/>
                <a:latin typeface="Calibri"/>
              </a:rPr>
              <a:t>Each job runs on its own machine. Files travel between jobs as artifacts.</a:t>
            </a:r>
            <a:endParaRPr lang="en-US" sz="2600" b="0" u="none" strike="noStrike">
              <a:solidFill>
                <a:srgbClr val="000000"/>
              </a:solidFill>
              <a:effectLst/>
              <a:uFillTx/>
              <a:latin typeface="Arial"/>
            </a:endParaRPr>
          </a:p>
        </p:txBody>
      </p:sp>
      <p:sp>
        <p:nvSpPr>
          <p:cNvPr id="96" name="box run_tests"/>
          <p:cNvSpPr/>
          <p:nvPr/>
        </p:nvSpPr>
        <p:spPr>
          <a:xfrm>
            <a:off x="548640" y="2743200"/>
            <a:ext cx="2742840" cy="1462680"/>
          </a:xfrm>
          <a:prstGeom prst="roundRect">
            <a:avLst>
              <a:gd name="adj" fmla="val 5000"/>
            </a:avLst>
          </a:prstGeom>
          <a:solidFill>
            <a:srgbClr val="1A7F3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7" name="Text 3"/>
          <p:cNvSpPr/>
          <p:nvPr/>
        </p:nvSpPr>
        <p:spPr>
          <a:xfrm>
            <a:off x="640080" y="2853000"/>
            <a:ext cx="255996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ctr" defTabSz="914400">
              <a:lnSpc>
                <a:spcPct val="100000"/>
              </a:lnSpc>
              <a:tabLst>
                <a:tab pos="0" algn="l"/>
              </a:tabLst>
            </a:pPr>
            <a:r>
              <a:rPr lang="en-US" sz="2400" b="1" u="none" strike="noStrike">
                <a:solidFill>
                  <a:schemeClr val="lt1"/>
                </a:solidFill>
                <a:effectLst/>
                <a:uFillTx/>
                <a:latin typeface="Courier New"/>
                <a:ea typeface="Courier New"/>
              </a:rPr>
              <a:t>run_tests</a:t>
            </a:r>
            <a:endParaRPr lang="en-US" sz="2400" b="0" u="none" strike="noStrike">
              <a:solidFill>
                <a:srgbClr val="000000"/>
              </a:solidFill>
              <a:effectLst/>
              <a:uFillTx/>
              <a:latin typeface="Arial"/>
            </a:endParaRPr>
          </a:p>
        </p:txBody>
      </p:sp>
      <p:sp>
        <p:nvSpPr>
          <p:cNvPr id="98" name="Text 4"/>
          <p:cNvSpPr/>
          <p:nvPr/>
        </p:nvSpPr>
        <p:spPr>
          <a:xfrm>
            <a:off x="640080" y="3620880"/>
            <a:ext cx="255996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2000" b="0" u="none" strike="noStrike">
                <a:solidFill>
                  <a:srgbClr val="FFFFFF"/>
                </a:solidFill>
                <a:effectLst/>
                <a:uFillTx/>
                <a:latin typeface="Calibri"/>
              </a:rPr>
              <a:t>its own machine</a:t>
            </a:r>
            <a:endParaRPr lang="en-US" sz="2000" b="0" u="none" strike="noStrike">
              <a:solidFill>
                <a:srgbClr val="000000"/>
              </a:solidFill>
              <a:effectLst/>
              <a:uFillTx/>
              <a:latin typeface="Arial"/>
            </a:endParaRPr>
          </a:p>
        </p:txBody>
      </p:sp>
      <p:sp>
        <p:nvSpPr>
          <p:cNvPr id="99" name="arrow"/>
          <p:cNvSpPr/>
          <p:nvPr/>
        </p:nvSpPr>
        <p:spPr>
          <a:xfrm>
            <a:off x="3611880" y="3291840"/>
            <a:ext cx="1919880" cy="365400"/>
          </a:xfrm>
          <a:prstGeom prst="rightArrow">
            <a:avLst>
              <a:gd name="adj1" fmla="val 50000"/>
              <a:gd name="adj2" fmla="val 50000"/>
            </a:avLst>
          </a:prstGeom>
          <a:solidFill>
            <a:schemeClr val="accent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0" name="Text 6"/>
          <p:cNvSpPr/>
          <p:nvPr/>
        </p:nvSpPr>
        <p:spPr>
          <a:xfrm>
            <a:off x="3337560" y="2926080"/>
            <a:ext cx="24685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ctr" defTabSz="914400">
              <a:lnSpc>
                <a:spcPct val="100000"/>
              </a:lnSpc>
              <a:tabLst>
                <a:tab pos="0" algn="l"/>
              </a:tabLst>
            </a:pPr>
            <a:r>
              <a:rPr lang="en-US" sz="1600" b="1" u="none" strike="noStrike">
                <a:solidFill>
                  <a:schemeClr val="dk1"/>
                </a:solidFill>
                <a:effectLst/>
                <a:uFillTx/>
                <a:latin typeface="Courier New"/>
                <a:ea typeface="Courier New"/>
              </a:rPr>
              <a:t>artifact</a:t>
            </a:r>
            <a:endParaRPr lang="en-US" sz="1600" b="0" u="none" strike="noStrike">
              <a:solidFill>
                <a:srgbClr val="000000"/>
              </a:solidFill>
              <a:effectLst/>
              <a:uFillTx/>
              <a:latin typeface="Arial"/>
            </a:endParaRPr>
          </a:p>
        </p:txBody>
      </p:sp>
      <p:sp>
        <p:nvSpPr>
          <p:cNvPr id="101" name="box deploy"/>
          <p:cNvSpPr/>
          <p:nvPr/>
        </p:nvSpPr>
        <p:spPr>
          <a:xfrm>
            <a:off x="5852160" y="2743200"/>
            <a:ext cx="2742840" cy="1462680"/>
          </a:xfrm>
          <a:prstGeom prst="roundRect">
            <a:avLst>
              <a:gd name="adj" fmla="val 5000"/>
            </a:avLst>
          </a:prstGeom>
          <a:solidFill>
            <a:srgbClr val="0969D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2" name="Text 8"/>
          <p:cNvSpPr/>
          <p:nvPr/>
        </p:nvSpPr>
        <p:spPr>
          <a:xfrm>
            <a:off x="5943600" y="2853000"/>
            <a:ext cx="255996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ctr" defTabSz="914400">
              <a:lnSpc>
                <a:spcPct val="100000"/>
              </a:lnSpc>
              <a:tabLst>
                <a:tab pos="0" algn="l"/>
              </a:tabLst>
            </a:pPr>
            <a:r>
              <a:rPr lang="en-US" sz="2400" b="1" u="none" strike="noStrike">
                <a:solidFill>
                  <a:schemeClr val="lt1"/>
                </a:solidFill>
                <a:effectLst/>
                <a:uFillTx/>
                <a:latin typeface="Courier New"/>
                <a:ea typeface="Courier New"/>
              </a:rPr>
              <a:t>deploy</a:t>
            </a:r>
            <a:endParaRPr lang="en-US" sz="2400" b="0" u="none" strike="noStrike">
              <a:solidFill>
                <a:srgbClr val="000000"/>
              </a:solidFill>
              <a:effectLst/>
              <a:uFillTx/>
              <a:latin typeface="Arial"/>
            </a:endParaRPr>
          </a:p>
        </p:txBody>
      </p:sp>
      <p:sp>
        <p:nvSpPr>
          <p:cNvPr id="103" name="Text 9"/>
          <p:cNvSpPr/>
          <p:nvPr/>
        </p:nvSpPr>
        <p:spPr>
          <a:xfrm>
            <a:off x="5943600" y="3620880"/>
            <a:ext cx="2559960" cy="511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2000" b="0" u="none" strike="noStrike">
                <a:solidFill>
                  <a:srgbClr val="FFFFFF"/>
                </a:solidFill>
                <a:effectLst/>
                <a:uFillTx/>
                <a:latin typeface="Calibri"/>
              </a:rPr>
              <a:t>its own machine</a:t>
            </a:r>
            <a:endParaRPr lang="en-US" sz="2000" b="0" u="none" strike="noStrike">
              <a:solidFill>
                <a:srgbClr val="000000"/>
              </a:solidFill>
              <a:effectLst/>
              <a:uFillTx/>
              <a:latin typeface="Arial"/>
            </a:endParaRPr>
          </a:p>
        </p:txBody>
      </p:sp>
      <p:sp>
        <p:nvSpPr>
          <p:cNvPr id="104" name="PlaceHolder 2"/>
          <p:cNvSpPr>
            <a:spLocks noGrp="1"/>
          </p:cNvSpPr>
          <p:nvPr>
            <p:ph type="sldNum" idx="17"/>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A89AE402-4C3E-4E7F-AC0A-6E84EDFBA16C}" type="slidenum">
              <a:rPr lang="en-US" sz="1000" b="0" u="none" strike="noStrike">
                <a:solidFill>
                  <a:schemeClr val="accent6"/>
                </a:solidFill>
                <a:effectLst/>
                <a:uFillTx/>
                <a:latin typeface="Calibri"/>
              </a:rPr>
              <a:t>11</a:t>
            </a:fld>
            <a:endParaRPr lang="en-US" sz="1000" b="0" u="none" strike="noStrike">
              <a:solidFill>
                <a:srgbClr val="000000"/>
              </a:solidFill>
              <a:effectLst/>
              <a:uFillTx/>
              <a:latin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Our pipeline</a:t>
            </a:r>
          </a:p>
        </p:txBody>
      </p:sp>
      <p:sp>
        <p:nvSpPr>
          <p:cNvPr id="106" name="Text 1"/>
          <p:cNvSpPr/>
          <p:nvPr/>
        </p:nvSpPr>
        <p:spPr>
          <a:xfrm>
            <a:off x="640080" y="1325880"/>
            <a:ext cx="32000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u="none" strike="noStrike">
                <a:solidFill>
                  <a:schemeClr val="accent6"/>
                </a:solidFill>
                <a:effectLst/>
                <a:uFillTx/>
                <a:latin typeface="Calibri"/>
              </a:rPr>
              <a:t>CI</a:t>
            </a:r>
            <a:endParaRPr lang="en-US" sz="2200" b="0" u="none" strike="noStrike">
              <a:solidFill>
                <a:srgbClr val="000000"/>
              </a:solidFill>
              <a:effectLst/>
              <a:uFillTx/>
              <a:latin typeface="Arial"/>
            </a:endParaRPr>
          </a:p>
        </p:txBody>
      </p:sp>
      <p:sp>
        <p:nvSpPr>
          <p:cNvPr id="107" name="Text 2"/>
          <p:cNvSpPr/>
          <p:nvPr/>
        </p:nvSpPr>
        <p:spPr>
          <a:xfrm>
            <a:off x="5303520" y="1325880"/>
            <a:ext cx="32000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u="none" strike="noStrike">
                <a:solidFill>
                  <a:schemeClr val="accent6"/>
                </a:solidFill>
                <a:effectLst/>
                <a:uFillTx/>
                <a:latin typeface="Calibri"/>
              </a:rPr>
              <a:t>CD</a:t>
            </a:r>
            <a:endParaRPr lang="en-US" sz="2200" b="0" u="none" strike="noStrike">
              <a:solidFill>
                <a:srgbClr val="000000"/>
              </a:solidFill>
              <a:effectLst/>
              <a:uFillTx/>
              <a:latin typeface="Arial"/>
            </a:endParaRPr>
          </a:p>
        </p:txBody>
      </p:sp>
      <p:sp>
        <p:nvSpPr>
          <p:cNvPr id="108" name="box run_tests"/>
          <p:cNvSpPr/>
          <p:nvPr/>
        </p:nvSpPr>
        <p:spPr>
          <a:xfrm>
            <a:off x="640080" y="1828800"/>
            <a:ext cx="3200040" cy="1645560"/>
          </a:xfrm>
          <a:prstGeom prst="roundRect">
            <a:avLst>
              <a:gd name="adj" fmla="val 4444"/>
            </a:avLst>
          </a:prstGeom>
          <a:solidFill>
            <a:srgbClr val="1A7F3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9" name="Text 4"/>
          <p:cNvSpPr/>
          <p:nvPr/>
        </p:nvSpPr>
        <p:spPr>
          <a:xfrm>
            <a:off x="731520" y="1938600"/>
            <a:ext cx="301716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ctr" defTabSz="914400">
              <a:lnSpc>
                <a:spcPct val="100000"/>
              </a:lnSpc>
              <a:tabLst>
                <a:tab pos="0" algn="l"/>
              </a:tabLst>
            </a:pPr>
            <a:r>
              <a:rPr lang="en-US" sz="2800" b="1" u="none" strike="noStrike">
                <a:solidFill>
                  <a:schemeClr val="lt1"/>
                </a:solidFill>
                <a:effectLst/>
                <a:uFillTx/>
                <a:latin typeface="Courier New"/>
                <a:ea typeface="Courier New"/>
              </a:rPr>
              <a:t>run_tests</a:t>
            </a:r>
            <a:endParaRPr lang="en-US" sz="2800" b="0" u="none" strike="noStrike">
              <a:solidFill>
                <a:srgbClr val="000000"/>
              </a:solidFill>
              <a:effectLst/>
              <a:uFillTx/>
              <a:latin typeface="Arial"/>
            </a:endParaRPr>
          </a:p>
        </p:txBody>
      </p:sp>
      <p:sp>
        <p:nvSpPr>
          <p:cNvPr id="110" name="Text 5"/>
          <p:cNvSpPr/>
          <p:nvPr/>
        </p:nvSpPr>
        <p:spPr>
          <a:xfrm>
            <a:off x="731520" y="2816280"/>
            <a:ext cx="3017160" cy="57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2000" b="0" u="none" strike="noStrike">
                <a:solidFill>
                  <a:srgbClr val="FFFFFF"/>
                </a:solidFill>
                <a:effectLst/>
                <a:uFillTx/>
                <a:latin typeface="Calibri"/>
              </a:rPr>
              <a:t>tests, Bandit</a:t>
            </a:r>
            <a:endParaRPr lang="en-US" sz="2000" b="0" u="none" strike="noStrike">
              <a:solidFill>
                <a:srgbClr val="000000"/>
              </a:solidFill>
              <a:effectLst/>
              <a:uFillTx/>
              <a:latin typeface="Arial"/>
            </a:endParaRPr>
          </a:p>
        </p:txBody>
      </p:sp>
      <p:sp>
        <p:nvSpPr>
          <p:cNvPr id="111" name="arrow"/>
          <p:cNvSpPr/>
          <p:nvPr/>
        </p:nvSpPr>
        <p:spPr>
          <a:xfrm>
            <a:off x="4023360" y="2560320"/>
            <a:ext cx="1096920" cy="365400"/>
          </a:xfrm>
          <a:prstGeom prst="rightArrow">
            <a:avLst>
              <a:gd name="adj1" fmla="val 50000"/>
              <a:gd name="adj2" fmla="val 50000"/>
            </a:avLst>
          </a:prstGeom>
          <a:solidFill>
            <a:schemeClr val="accent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2" name="Text 7"/>
          <p:cNvSpPr/>
          <p:nvPr/>
        </p:nvSpPr>
        <p:spPr>
          <a:xfrm>
            <a:off x="3749040" y="2194560"/>
            <a:ext cx="16455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ctr" defTabSz="914400">
              <a:lnSpc>
                <a:spcPct val="100000"/>
              </a:lnSpc>
              <a:tabLst>
                <a:tab pos="0" algn="l"/>
              </a:tabLst>
            </a:pPr>
            <a:r>
              <a:rPr lang="en-US" sz="1600" b="1" u="none" strike="noStrike">
                <a:solidFill>
                  <a:schemeClr val="dk1"/>
                </a:solidFill>
                <a:effectLst/>
                <a:uFillTx/>
                <a:latin typeface="Courier New"/>
                <a:ea typeface="Courier New"/>
              </a:rPr>
              <a:t>needs</a:t>
            </a:r>
            <a:endParaRPr lang="en-US" sz="1600" b="0" u="none" strike="noStrike">
              <a:solidFill>
                <a:srgbClr val="000000"/>
              </a:solidFill>
              <a:effectLst/>
              <a:uFillTx/>
              <a:latin typeface="Arial"/>
            </a:endParaRPr>
          </a:p>
        </p:txBody>
      </p:sp>
      <p:sp>
        <p:nvSpPr>
          <p:cNvPr id="113" name="box deploy"/>
          <p:cNvSpPr/>
          <p:nvPr/>
        </p:nvSpPr>
        <p:spPr>
          <a:xfrm>
            <a:off x="5303520" y="1828800"/>
            <a:ext cx="3200040" cy="1645560"/>
          </a:xfrm>
          <a:prstGeom prst="roundRect">
            <a:avLst>
              <a:gd name="adj" fmla="val 4444"/>
            </a:avLst>
          </a:prstGeom>
          <a:solidFill>
            <a:srgbClr val="0969D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4" name="Text 9"/>
          <p:cNvSpPr/>
          <p:nvPr/>
        </p:nvSpPr>
        <p:spPr>
          <a:xfrm>
            <a:off x="5394960" y="1938600"/>
            <a:ext cx="301716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ctr" defTabSz="914400">
              <a:lnSpc>
                <a:spcPct val="100000"/>
              </a:lnSpc>
              <a:tabLst>
                <a:tab pos="0" algn="l"/>
              </a:tabLst>
            </a:pPr>
            <a:r>
              <a:rPr lang="en-US" sz="2800" b="1" u="none" strike="noStrike">
                <a:solidFill>
                  <a:schemeClr val="lt1"/>
                </a:solidFill>
                <a:effectLst/>
                <a:uFillTx/>
                <a:latin typeface="Courier New"/>
                <a:ea typeface="Courier New"/>
              </a:rPr>
              <a:t>deploy</a:t>
            </a:r>
            <a:endParaRPr lang="en-US" sz="2800" b="0" u="none" strike="noStrike">
              <a:solidFill>
                <a:srgbClr val="000000"/>
              </a:solidFill>
              <a:effectLst/>
              <a:uFillTx/>
              <a:latin typeface="Arial"/>
            </a:endParaRPr>
          </a:p>
        </p:txBody>
      </p:sp>
      <p:sp>
        <p:nvSpPr>
          <p:cNvPr id="115" name="Text 10"/>
          <p:cNvSpPr/>
          <p:nvPr/>
        </p:nvSpPr>
        <p:spPr>
          <a:xfrm>
            <a:off x="5394960" y="2816280"/>
            <a:ext cx="3017160" cy="57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2000" b="0" u="none" strike="noStrike">
                <a:solidFill>
                  <a:srgbClr val="FFFFFF"/>
                </a:solidFill>
                <a:effectLst/>
                <a:uFillTx/>
                <a:latin typeface="Calibri"/>
              </a:rPr>
              <a:t>publishes the site (new)</a:t>
            </a:r>
            <a:endParaRPr lang="en-US" sz="2000" b="0" u="none" strike="noStrike">
              <a:solidFill>
                <a:srgbClr val="000000"/>
              </a:solidFill>
              <a:effectLst/>
              <a:uFillTx/>
              <a:latin typeface="Arial"/>
            </a:endParaRPr>
          </a:p>
        </p:txBody>
      </p:sp>
      <p:sp>
        <p:nvSpPr>
          <p:cNvPr id="116" name="PlaceHolder 2"/>
          <p:cNvSpPr>
            <a:spLocks noGrp="1"/>
          </p:cNvSpPr>
          <p:nvPr>
            <p:ph type="sldNum" idx="18"/>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5BD9ABDB-1B2D-4B10-AE34-ABB1C4393BF8}" type="slidenum">
              <a:rPr lang="en-US" sz="1000" b="0" u="none" strike="noStrike">
                <a:solidFill>
                  <a:schemeClr val="accent6"/>
                </a:solidFill>
                <a:effectLst/>
                <a:uFillTx/>
                <a:latin typeface="Calibri"/>
              </a:rPr>
              <a:t>12</a:t>
            </a:fld>
            <a:endParaRPr lang="en-US" sz="1000" b="0" u="none" strike="noStrike">
              <a:solidFill>
                <a:srgbClr val="000000"/>
              </a:solidFill>
              <a:effectLst/>
              <a:uFillTx/>
              <a:latin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GitHub Pages</a:t>
            </a:r>
          </a:p>
        </p:txBody>
      </p:sp>
      <p:sp>
        <p:nvSpPr>
          <p:cNvPr id="118" name="card 0"/>
          <p:cNvSpPr/>
          <p:nvPr/>
        </p:nvSpPr>
        <p:spPr>
          <a:xfrm>
            <a:off x="548640" y="1463040"/>
            <a:ext cx="3931560" cy="2742840"/>
          </a:xfrm>
          <a:prstGeom prst="roundRect">
            <a:avLst>
              <a:gd name="adj" fmla="val 2667"/>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9" name="icon 0 circle"/>
          <p:cNvSpPr/>
          <p:nvPr/>
        </p:nvSpPr>
        <p:spPr>
          <a:xfrm>
            <a:off x="822960" y="1737360"/>
            <a:ext cx="822600" cy="822600"/>
          </a:xfrm>
          <a:prstGeom prst="ellipse">
            <a:avLst/>
          </a:prstGeom>
          <a:solidFill>
            <a:srgbClr val="1A7F3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20" name="icon 0 image" descr="FaGlobe"/>
          <p:cNvPicPr/>
          <p:nvPr/>
        </p:nvPicPr>
        <p:blipFill>
          <a:blip r:embed="rId3"/>
          <a:stretch/>
        </p:blipFill>
        <p:spPr>
          <a:xfrm>
            <a:off x="1028880" y="1943280"/>
            <a:ext cx="411120" cy="411120"/>
          </a:xfrm>
          <a:prstGeom prst="rect">
            <a:avLst/>
          </a:prstGeom>
          <a:noFill/>
          <a:ln w="0">
            <a:noFill/>
          </a:ln>
        </p:spPr>
      </p:pic>
      <p:sp>
        <p:nvSpPr>
          <p:cNvPr id="121" name="Text 3"/>
          <p:cNvSpPr/>
          <p:nvPr/>
        </p:nvSpPr>
        <p:spPr>
          <a:xfrm>
            <a:off x="822960" y="2743200"/>
            <a:ext cx="338292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2400" b="1" u="none" strike="noStrike">
                <a:solidFill>
                  <a:schemeClr val="dk1"/>
                </a:solidFill>
                <a:effectLst/>
                <a:uFillTx/>
                <a:latin typeface="Calibri"/>
              </a:rPr>
              <a:t>GitHub Pages serves static files.</a:t>
            </a:r>
            <a:endParaRPr lang="en-US" sz="2400" b="0" u="none" strike="noStrike">
              <a:solidFill>
                <a:srgbClr val="000000"/>
              </a:solidFill>
              <a:effectLst/>
              <a:uFillTx/>
              <a:latin typeface="Arial"/>
            </a:endParaRPr>
          </a:p>
        </p:txBody>
      </p:sp>
      <p:sp>
        <p:nvSpPr>
          <p:cNvPr id="122" name="card 1"/>
          <p:cNvSpPr/>
          <p:nvPr/>
        </p:nvSpPr>
        <p:spPr>
          <a:xfrm>
            <a:off x="4663440" y="1463040"/>
            <a:ext cx="3931560" cy="2742840"/>
          </a:xfrm>
          <a:prstGeom prst="roundRect">
            <a:avLst>
              <a:gd name="adj" fmla="val 2667"/>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3" name="icon 1 circle"/>
          <p:cNvSpPr/>
          <p:nvPr/>
        </p:nvSpPr>
        <p:spPr>
          <a:xfrm>
            <a:off x="4937760" y="1737360"/>
            <a:ext cx="822600" cy="822600"/>
          </a:xfrm>
          <a:prstGeom prst="ellipse">
            <a:avLst/>
          </a:prstGeom>
          <a:solidFill>
            <a:srgbClr val="9A67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24" name="icon 1 image" descr="FaLock"/>
          <p:cNvPicPr/>
          <p:nvPr/>
        </p:nvPicPr>
        <p:blipFill>
          <a:blip r:embed="rId4"/>
          <a:stretch/>
        </p:blipFill>
        <p:spPr>
          <a:xfrm>
            <a:off x="5143680" y="1943280"/>
            <a:ext cx="411120" cy="411120"/>
          </a:xfrm>
          <a:prstGeom prst="rect">
            <a:avLst/>
          </a:prstGeom>
          <a:noFill/>
          <a:ln w="0">
            <a:noFill/>
          </a:ln>
        </p:spPr>
      </p:pic>
      <p:sp>
        <p:nvSpPr>
          <p:cNvPr id="125" name="Text 6"/>
          <p:cNvSpPr/>
          <p:nvPr/>
        </p:nvSpPr>
        <p:spPr>
          <a:xfrm>
            <a:off x="4937760" y="2743200"/>
            <a:ext cx="338292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2400" b="1" u="none" strike="noStrike">
                <a:solidFill>
                  <a:schemeClr val="dk1"/>
                </a:solidFill>
                <a:effectLst/>
                <a:uFillTx/>
                <a:latin typeface="Calibri"/>
              </a:rPr>
              <a:t>On a free account the repo must be public.</a:t>
            </a:r>
            <a:endParaRPr lang="en-US" sz="2400" b="0" u="none" strike="noStrike">
              <a:solidFill>
                <a:srgbClr val="000000"/>
              </a:solidFill>
              <a:effectLst/>
              <a:uFillTx/>
              <a:latin typeface="Arial"/>
            </a:endParaRPr>
          </a:p>
        </p:txBody>
      </p:sp>
      <p:sp>
        <p:nvSpPr>
          <p:cNvPr id="126" name="PlaceHolder 2"/>
          <p:cNvSpPr>
            <a:spLocks noGrp="1"/>
          </p:cNvSpPr>
          <p:nvPr>
            <p:ph type="sldNum" idx="19"/>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D06A72D4-22A9-4DDE-9CDB-CEB0F718A012}" type="slidenum">
              <a:rPr lang="en-US" sz="1000" b="0" u="none" strike="noStrike">
                <a:solidFill>
                  <a:schemeClr val="accent6"/>
                </a:solidFill>
                <a:effectLst/>
                <a:uFillTx/>
                <a:latin typeface="Calibri"/>
              </a:rPr>
              <a:t>13</a:t>
            </a:fld>
            <a:endParaRPr lang="en-US" sz="1000" b="0" u="none" strike="noStrike">
              <a:solidFill>
                <a:srgbClr val="000000"/>
              </a:solidFill>
              <a:effectLst/>
              <a:uFillTx/>
              <a:latin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Turn Pages on</a:t>
            </a:r>
          </a:p>
        </p:txBody>
      </p:sp>
      <p:sp>
        <p:nvSpPr>
          <p:cNvPr id="128" name="source banner"/>
          <p:cNvSpPr/>
          <p:nvPr/>
        </p:nvSpPr>
        <p:spPr>
          <a:xfrm>
            <a:off x="548640" y="1645920"/>
            <a:ext cx="8046360" cy="1005480"/>
          </a:xfrm>
          <a:prstGeom prst="roundRect">
            <a:avLst>
              <a:gd name="adj" fmla="val 7273"/>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9" name="Text 2"/>
          <p:cNvSpPr/>
          <p:nvPr/>
        </p:nvSpPr>
        <p:spPr>
          <a:xfrm>
            <a:off x="822960" y="1645920"/>
            <a:ext cx="749772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a:solidFill>
                  <a:srgbClr val="56D364"/>
                </a:solidFill>
                <a:effectLst/>
                <a:uFillTx/>
                <a:latin typeface="Courier New"/>
                <a:ea typeface="Courier New"/>
              </a:rPr>
              <a:t>Settings &gt; Pages &gt; Source: GitHub Actions</a:t>
            </a:r>
            <a:endParaRPr lang="en-US" sz="2200" b="0" u="none" strike="noStrike">
              <a:solidFill>
                <a:srgbClr val="000000"/>
              </a:solidFill>
              <a:effectLst/>
              <a:uFillTx/>
              <a:latin typeface="Arial"/>
            </a:endParaRPr>
          </a:p>
        </p:txBody>
      </p:sp>
      <p:sp>
        <p:nvSpPr>
          <p:cNvPr id="130" name="Text 3"/>
          <p:cNvSpPr/>
          <p:nvPr/>
        </p:nvSpPr>
        <p:spPr>
          <a:xfrm>
            <a:off x="548640" y="3108960"/>
            <a:ext cx="804636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chemeClr val="dk1"/>
                </a:solidFill>
                <a:effectLst/>
                <a:uFillTx/>
                <a:latin typeface="Calibri"/>
              </a:rPr>
              <a:t>Do it now in your repo.</a:t>
            </a:r>
            <a:endParaRPr lang="en-US" sz="3200" b="0" u="none" strike="noStrike">
              <a:solidFill>
                <a:srgbClr val="000000"/>
              </a:solidFill>
              <a:effectLst/>
              <a:uFillTx/>
              <a:latin typeface="Arial"/>
            </a:endParaRPr>
          </a:p>
        </p:txBody>
      </p:sp>
      <p:sp>
        <p:nvSpPr>
          <p:cNvPr id="131" name="PlaceHolder 2"/>
          <p:cNvSpPr>
            <a:spLocks noGrp="1"/>
          </p:cNvSpPr>
          <p:nvPr>
            <p:ph type="sldNum" idx="20"/>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2B046B5B-9AE0-4014-A5BC-20375DF9D8D5}" type="slidenum">
              <a:rPr lang="en-US" sz="1000" b="0" u="none" strike="noStrike">
                <a:solidFill>
                  <a:schemeClr val="accent6"/>
                </a:solidFill>
                <a:effectLst/>
                <a:uFillTx/>
                <a:latin typeface="Calibri"/>
              </a:rPr>
              <a:t>14</a:t>
            </a:fld>
            <a:endParaRPr lang="en-US" sz="1000" b="0" u="none" strike="noStrike">
              <a:solidFill>
                <a:srgbClr val="000000"/>
              </a:solidFill>
              <a:effectLst/>
              <a:uFillTx/>
              <a:latin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What the deploy job needs</a:t>
            </a:r>
          </a:p>
        </p:txBody>
      </p:sp>
      <p:sp>
        <p:nvSpPr>
          <p:cNvPr id="133" name="row 0"/>
          <p:cNvSpPr/>
          <p:nvPr/>
        </p:nvSpPr>
        <p:spPr>
          <a:xfrm>
            <a:off x="548640" y="1188720"/>
            <a:ext cx="8046360" cy="785880"/>
          </a:xfrm>
          <a:prstGeom prst="roundRect">
            <a:avLst>
              <a:gd name="adj" fmla="val 9302"/>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4" name="Text 2"/>
          <p:cNvSpPr/>
          <p:nvPr/>
        </p:nvSpPr>
        <p:spPr>
          <a:xfrm>
            <a:off x="822960" y="1252800"/>
            <a:ext cx="74977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chemeClr val="accent1"/>
                </a:solidFill>
                <a:effectLst/>
                <a:uFillTx/>
                <a:latin typeface="Courier New"/>
                <a:ea typeface="Courier New"/>
              </a:rPr>
              <a:t>environment: github-pages</a:t>
            </a:r>
            <a:endParaRPr lang="en-US" sz="2000" b="0" u="none" strike="noStrike">
              <a:solidFill>
                <a:srgbClr val="000000"/>
              </a:solidFill>
              <a:effectLst/>
              <a:uFillTx/>
              <a:latin typeface="Arial"/>
            </a:endParaRPr>
          </a:p>
        </p:txBody>
      </p:sp>
      <p:sp>
        <p:nvSpPr>
          <p:cNvPr id="135" name="Text 3"/>
          <p:cNvSpPr/>
          <p:nvPr/>
        </p:nvSpPr>
        <p:spPr>
          <a:xfrm>
            <a:off x="822960" y="1645920"/>
            <a:ext cx="7497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0" u="none" strike="noStrike">
                <a:solidFill>
                  <a:schemeClr val="dk1"/>
                </a:solidFill>
                <a:effectLst/>
                <a:uFillTx/>
                <a:latin typeface="Calibri"/>
              </a:rPr>
              <a:t>the name of the deploy target</a:t>
            </a:r>
            <a:endParaRPr lang="en-US" sz="1700" b="0" u="none" strike="noStrike">
              <a:solidFill>
                <a:srgbClr val="000000"/>
              </a:solidFill>
              <a:effectLst/>
              <a:uFillTx/>
              <a:latin typeface="Arial"/>
            </a:endParaRPr>
          </a:p>
        </p:txBody>
      </p:sp>
      <p:sp>
        <p:nvSpPr>
          <p:cNvPr id="136" name="row 1"/>
          <p:cNvSpPr/>
          <p:nvPr/>
        </p:nvSpPr>
        <p:spPr>
          <a:xfrm>
            <a:off x="548640" y="2066400"/>
            <a:ext cx="8046360" cy="785880"/>
          </a:xfrm>
          <a:prstGeom prst="roundRect">
            <a:avLst>
              <a:gd name="adj" fmla="val 9302"/>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7" name="Text 5"/>
          <p:cNvSpPr/>
          <p:nvPr/>
        </p:nvSpPr>
        <p:spPr>
          <a:xfrm>
            <a:off x="822960" y="2130480"/>
            <a:ext cx="74977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chemeClr val="accent1"/>
                </a:solidFill>
                <a:effectLst/>
                <a:uFillTx/>
                <a:latin typeface="Courier New"/>
                <a:ea typeface="Courier New"/>
              </a:rPr>
              <a:t>permissions: pages: write, id-token: write</a:t>
            </a:r>
            <a:endParaRPr lang="en-US" sz="2000" b="0" u="none" strike="noStrike">
              <a:solidFill>
                <a:srgbClr val="000000"/>
              </a:solidFill>
              <a:effectLst/>
              <a:uFillTx/>
              <a:latin typeface="Arial"/>
            </a:endParaRPr>
          </a:p>
        </p:txBody>
      </p:sp>
      <p:sp>
        <p:nvSpPr>
          <p:cNvPr id="138" name="Text 6"/>
          <p:cNvSpPr/>
          <p:nvPr/>
        </p:nvSpPr>
        <p:spPr>
          <a:xfrm>
            <a:off x="822960" y="2523600"/>
            <a:ext cx="7497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0" u="none" strike="noStrike">
                <a:solidFill>
                  <a:schemeClr val="dk1"/>
                </a:solidFill>
                <a:effectLst/>
                <a:uFillTx/>
                <a:latin typeface="Calibri"/>
              </a:rPr>
              <a:t>on the deploy job</a:t>
            </a:r>
            <a:endParaRPr lang="en-US" sz="1700" b="0" u="none" strike="noStrike">
              <a:solidFill>
                <a:srgbClr val="000000"/>
              </a:solidFill>
              <a:effectLst/>
              <a:uFillTx/>
              <a:latin typeface="Arial"/>
            </a:endParaRPr>
          </a:p>
        </p:txBody>
      </p:sp>
      <p:sp>
        <p:nvSpPr>
          <p:cNvPr id="139" name="row 2"/>
          <p:cNvSpPr/>
          <p:nvPr/>
        </p:nvSpPr>
        <p:spPr>
          <a:xfrm>
            <a:off x="548640" y="2944440"/>
            <a:ext cx="8046360" cy="785880"/>
          </a:xfrm>
          <a:prstGeom prst="roundRect">
            <a:avLst>
              <a:gd name="adj" fmla="val 9302"/>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0" name="Text 8"/>
          <p:cNvSpPr/>
          <p:nvPr/>
        </p:nvSpPr>
        <p:spPr>
          <a:xfrm>
            <a:off x="822960" y="3008520"/>
            <a:ext cx="74977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chemeClr val="accent1"/>
                </a:solidFill>
                <a:effectLst/>
                <a:uFillTx/>
                <a:latin typeface="Courier New"/>
                <a:ea typeface="Courier New"/>
              </a:rPr>
              <a:t>actions/upload-pages-artifact</a:t>
            </a:r>
            <a:endParaRPr lang="en-US" sz="2000" b="0" u="none" strike="noStrike">
              <a:solidFill>
                <a:srgbClr val="000000"/>
              </a:solidFill>
              <a:effectLst/>
              <a:uFillTx/>
              <a:latin typeface="Arial"/>
            </a:endParaRPr>
          </a:p>
        </p:txBody>
      </p:sp>
      <p:sp>
        <p:nvSpPr>
          <p:cNvPr id="141" name="Text 9"/>
          <p:cNvSpPr/>
          <p:nvPr/>
        </p:nvSpPr>
        <p:spPr>
          <a:xfrm>
            <a:off x="822960" y="3401640"/>
            <a:ext cx="7497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0" u="none" strike="noStrike">
                <a:solidFill>
                  <a:schemeClr val="dk1"/>
                </a:solidFill>
                <a:effectLst/>
                <a:uFillTx/>
                <a:latin typeface="Calibri"/>
              </a:rPr>
              <a:t>packages the folder</a:t>
            </a:r>
            <a:endParaRPr lang="en-US" sz="1700" b="0" u="none" strike="noStrike">
              <a:solidFill>
                <a:srgbClr val="000000"/>
              </a:solidFill>
              <a:effectLst/>
              <a:uFillTx/>
              <a:latin typeface="Arial"/>
            </a:endParaRPr>
          </a:p>
        </p:txBody>
      </p:sp>
      <p:sp>
        <p:nvSpPr>
          <p:cNvPr id="142" name="row 3"/>
          <p:cNvSpPr/>
          <p:nvPr/>
        </p:nvSpPr>
        <p:spPr>
          <a:xfrm>
            <a:off x="548640" y="3822120"/>
            <a:ext cx="8046360" cy="785880"/>
          </a:xfrm>
          <a:prstGeom prst="roundRect">
            <a:avLst>
              <a:gd name="adj" fmla="val 9302"/>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3" name="Text 11"/>
          <p:cNvSpPr/>
          <p:nvPr/>
        </p:nvSpPr>
        <p:spPr>
          <a:xfrm>
            <a:off x="822960" y="3886200"/>
            <a:ext cx="74977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chemeClr val="accent1"/>
                </a:solidFill>
                <a:effectLst/>
                <a:uFillTx/>
                <a:latin typeface="Courier New"/>
                <a:ea typeface="Courier New"/>
              </a:rPr>
              <a:t>actions/deploy-pages</a:t>
            </a:r>
            <a:endParaRPr lang="en-US" sz="2000" b="0" u="none" strike="noStrike">
              <a:solidFill>
                <a:srgbClr val="000000"/>
              </a:solidFill>
              <a:effectLst/>
              <a:uFillTx/>
              <a:latin typeface="Arial"/>
            </a:endParaRPr>
          </a:p>
        </p:txBody>
      </p:sp>
      <p:sp>
        <p:nvSpPr>
          <p:cNvPr id="144" name="Text 12"/>
          <p:cNvSpPr/>
          <p:nvPr/>
        </p:nvSpPr>
        <p:spPr>
          <a:xfrm>
            <a:off x="822960" y="4279320"/>
            <a:ext cx="7497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0" u="none" strike="noStrike">
                <a:solidFill>
                  <a:schemeClr val="dk1"/>
                </a:solidFill>
                <a:effectLst/>
                <a:uFillTx/>
                <a:latin typeface="Calibri"/>
              </a:rPr>
              <a:t>deploys the package</a:t>
            </a:r>
            <a:endParaRPr lang="en-US" sz="1700" b="0" u="none" strike="noStrike">
              <a:solidFill>
                <a:srgbClr val="000000"/>
              </a:solidFill>
              <a:effectLst/>
              <a:uFillTx/>
              <a:latin typeface="Arial"/>
            </a:endParaRPr>
          </a:p>
        </p:txBody>
      </p:sp>
      <p:sp>
        <p:nvSpPr>
          <p:cNvPr id="145" name="PlaceHolder 2"/>
          <p:cNvSpPr>
            <a:spLocks noGrp="1"/>
          </p:cNvSpPr>
          <p:nvPr>
            <p:ph type="sldNum" idx="21"/>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A000961B-6FAF-4E4C-A6A2-F1864E0F3740}" type="slidenum">
              <a:rPr lang="en-US" sz="1000" b="0" u="none" strike="noStrike">
                <a:solidFill>
                  <a:schemeClr val="accent6"/>
                </a:solidFill>
                <a:effectLst/>
                <a:uFillTx/>
                <a:latin typeface="Calibri"/>
              </a:rPr>
              <a:t>15</a:t>
            </a:fld>
            <a:endParaRPr lang="en-US" sz="1000" b="0" u="none" strike="noStrike">
              <a:solidFill>
                <a:srgbClr val="000000"/>
              </a:solidFill>
              <a:effectLst/>
              <a:uFillTx/>
              <a:latin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Live: deploy</a:t>
            </a:r>
          </a:p>
        </p:txBody>
      </p:sp>
      <p:sp>
        <p:nvSpPr>
          <p:cNvPr id="147" name="question panel"/>
          <p:cNvSpPr/>
          <p:nvPr/>
        </p:nvSpPr>
        <p:spPr>
          <a:xfrm>
            <a:off x="548640" y="1371600"/>
            <a:ext cx="8046360" cy="2925720"/>
          </a:xfrm>
          <a:prstGeom prst="roundRect">
            <a:avLst>
              <a:gd name="adj" fmla="val 2500"/>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8" name="Text 2"/>
          <p:cNvSpPr/>
          <p:nvPr/>
        </p:nvSpPr>
        <p:spPr>
          <a:xfrm>
            <a:off x="914400" y="1371600"/>
            <a:ext cx="7314840" cy="292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600" b="1" u="none" strike="noStrike">
                <a:solidFill>
                  <a:schemeClr val="lt1"/>
                </a:solidFill>
                <a:effectLst/>
                <a:uFillTx/>
                <a:latin typeface="Calibri"/>
              </a:rPr>
              <a:t>What will </a:t>
            </a:r>
            <a:r>
              <a:rPr lang="en-US" sz="3200" b="1" u="none" strike="noStrike">
                <a:solidFill>
                  <a:schemeClr val="lt1"/>
                </a:solidFill>
                <a:effectLst/>
                <a:uFillTx/>
                <a:latin typeface="Courier New"/>
                <a:ea typeface="Courier New"/>
              </a:rPr>
              <a:t>deploy</a:t>
            </a:r>
            <a:r>
              <a:rPr lang="en-US" sz="3600" b="1" u="none" strike="noStrike">
                <a:solidFill>
                  <a:schemeClr val="lt1"/>
                </a:solidFill>
                <a:effectLst/>
                <a:uFillTx/>
                <a:latin typeface="Calibri"/>
                <a:ea typeface="Courier New"/>
              </a:rPr>
              <a:t> do if a test is red?</a:t>
            </a:r>
            <a:endParaRPr lang="en-US" sz="3600" b="0" u="none" strike="noStrike">
              <a:solidFill>
                <a:srgbClr val="000000"/>
              </a:solidFill>
              <a:effectLst/>
              <a:uFillTx/>
              <a:latin typeface="Arial"/>
            </a:endParaRPr>
          </a:p>
        </p:txBody>
      </p:sp>
      <p:sp>
        <p:nvSpPr>
          <p:cNvPr id="149" name="PlaceHolder 2"/>
          <p:cNvSpPr>
            <a:spLocks noGrp="1"/>
          </p:cNvSpPr>
          <p:nvPr>
            <p:ph type="sldNum" idx="22"/>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ABED23DE-3C4D-4F06-A37B-FDF968DACD8C}" type="slidenum">
              <a:rPr lang="en-US" sz="1000" b="0" u="none" strike="noStrike">
                <a:solidFill>
                  <a:schemeClr val="accent6"/>
                </a:solidFill>
                <a:effectLst/>
                <a:uFillTx/>
                <a:latin typeface="Calibri"/>
              </a:rPr>
              <a:t>16</a:t>
            </a:fld>
            <a:endParaRPr lang="en-US" sz="1000" b="0" u="none" strike="noStrike">
              <a:solidFill>
                <a:srgbClr val="000000"/>
              </a:solidFill>
              <a:effectLst/>
              <a:uFillTx/>
              <a:latin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lt1"/>
                </a:solidFill>
                <a:effectLst/>
                <a:uFillTx/>
                <a:latin typeface="Cambria"/>
              </a:rPr>
              <a:t>Same shape, your content</a:t>
            </a:r>
          </a:p>
        </p:txBody>
      </p:sp>
      <p:sp>
        <p:nvSpPr>
          <p:cNvPr id="151" name="Text 1"/>
          <p:cNvSpPr/>
          <p:nvPr/>
        </p:nvSpPr>
        <p:spPr>
          <a:xfrm>
            <a:off x="548640" y="1371600"/>
            <a:ext cx="804636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000" b="1" u="none" strike="noStrike">
                <a:solidFill>
                  <a:schemeClr val="lt1"/>
                </a:solidFill>
                <a:effectLst/>
                <a:uFillTx/>
                <a:latin typeface="Cambria"/>
                <a:ea typeface="Cambria"/>
              </a:rPr>
              <a:t>I publish one report.</a:t>
            </a:r>
            <a:endParaRPr lang="en-US" sz="4000" b="0" u="none" strike="noStrike">
              <a:solidFill>
                <a:srgbClr val="FFFFFF"/>
              </a:solidFill>
              <a:effectLst/>
              <a:uFillTx/>
              <a:latin typeface="Arial"/>
            </a:endParaRPr>
          </a:p>
        </p:txBody>
      </p:sp>
      <p:sp>
        <p:nvSpPr>
          <p:cNvPr id="152" name="Text 2"/>
          <p:cNvSpPr/>
          <p:nvPr/>
        </p:nvSpPr>
        <p:spPr>
          <a:xfrm>
            <a:off x="548640" y="2651760"/>
            <a:ext cx="804636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000" b="1" u="none" strike="noStrike">
                <a:solidFill>
                  <a:srgbClr val="56D364"/>
                </a:solidFill>
                <a:effectLst/>
                <a:uFillTx/>
                <a:latin typeface="Cambria"/>
                <a:ea typeface="Cambria"/>
              </a:rPr>
              <a:t>You publish two.</a:t>
            </a:r>
            <a:endParaRPr lang="en-US" sz="4000" b="0" u="none" strike="noStrike">
              <a:solidFill>
                <a:srgbClr val="FFFFFF"/>
              </a:solidFill>
              <a:effectLst/>
              <a:uFillTx/>
              <a:latin typeface="Arial"/>
            </a:endParaRPr>
          </a:p>
        </p:txBody>
      </p:sp>
      <p:sp>
        <p:nvSpPr>
          <p:cNvPr id="153" name="PlaceHolder 2"/>
          <p:cNvSpPr>
            <a:spLocks noGrp="1"/>
          </p:cNvSpPr>
          <p:nvPr>
            <p:ph type="sldNum" idx="23"/>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lt2"/>
                </a:solidFill>
                <a:effectLst/>
                <a:uFillTx/>
                <a:latin typeface="Calibri"/>
              </a:defRPr>
            </a:lvl1pPr>
          </a:lstStyle>
          <a:p>
            <a:pPr indent="0" algn="r" defTabSz="914400">
              <a:lnSpc>
                <a:spcPct val="100000"/>
              </a:lnSpc>
              <a:buNone/>
            </a:pPr>
            <a:fld id="{DD776454-6FFE-467B-868C-C1800D594802}" type="slidenum">
              <a:rPr lang="en-US" sz="1000" b="0" u="none" strike="noStrike">
                <a:solidFill>
                  <a:schemeClr val="lt2"/>
                </a:solidFill>
                <a:effectLst/>
                <a:uFillTx/>
                <a:latin typeface="Calibri"/>
              </a:rPr>
              <a:t>17</a:t>
            </a:fld>
            <a:endParaRPr lang="en-US" sz="1000" b="0" u="none" strike="noStrike">
              <a:solidFill>
                <a:srgbClr val="FFFFFF"/>
              </a:solidFill>
              <a:effectLst/>
              <a:uFillTx/>
              <a:latin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Two artifacts, one site</a:t>
            </a:r>
          </a:p>
        </p:txBody>
      </p:sp>
      <p:sp>
        <p:nvSpPr>
          <p:cNvPr id="155" name="Text 1"/>
          <p:cNvSpPr/>
          <p:nvPr/>
        </p:nvSpPr>
        <p:spPr>
          <a:xfrm>
            <a:off x="365760" y="1188720"/>
            <a:ext cx="15541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1" u="none" strike="noStrike">
                <a:solidFill>
                  <a:schemeClr val="accent6"/>
                </a:solidFill>
                <a:effectLst/>
                <a:uFillTx/>
                <a:latin typeface="Courier New"/>
                <a:ea typeface="Courier New"/>
              </a:rPr>
              <a:t>run_tests</a:t>
            </a:r>
            <a:endParaRPr lang="en-US" sz="1400" b="0" u="none" strike="noStrike">
              <a:solidFill>
                <a:srgbClr val="000000"/>
              </a:solidFill>
              <a:effectLst/>
              <a:uFillTx/>
              <a:latin typeface="Arial"/>
            </a:endParaRPr>
          </a:p>
        </p:txBody>
      </p:sp>
      <p:sp>
        <p:nvSpPr>
          <p:cNvPr id="156" name="box tasks-api"/>
          <p:cNvSpPr/>
          <p:nvPr/>
        </p:nvSpPr>
        <p:spPr>
          <a:xfrm>
            <a:off x="365760" y="1554480"/>
            <a:ext cx="1554120" cy="1142640"/>
          </a:xfrm>
          <a:prstGeom prst="roundRect">
            <a:avLst>
              <a:gd name="adj" fmla="val 6400"/>
            </a:avLst>
          </a:prstGeom>
          <a:solidFill>
            <a:srgbClr val="30363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57" name="Text 3"/>
          <p:cNvSpPr/>
          <p:nvPr/>
        </p:nvSpPr>
        <p:spPr>
          <a:xfrm>
            <a:off x="457200" y="1664280"/>
            <a:ext cx="1371240" cy="57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ctr" defTabSz="914400">
              <a:lnSpc>
                <a:spcPct val="100000"/>
              </a:lnSpc>
              <a:tabLst>
                <a:tab pos="0" algn="l"/>
              </a:tabLst>
            </a:pPr>
            <a:r>
              <a:rPr lang="en-US" sz="1600" b="1" u="none" strike="noStrike">
                <a:solidFill>
                  <a:schemeClr val="lt1"/>
                </a:solidFill>
                <a:effectLst/>
                <a:uFillTx/>
                <a:latin typeface="Calibri"/>
              </a:rPr>
              <a:t>tasks-api</a:t>
            </a:r>
            <a:endParaRPr lang="en-US" sz="1600" b="0" u="none" strike="noStrike">
              <a:solidFill>
                <a:srgbClr val="000000"/>
              </a:solidFill>
              <a:effectLst/>
              <a:uFillTx/>
              <a:latin typeface="Arial"/>
            </a:endParaRPr>
          </a:p>
        </p:txBody>
      </p:sp>
      <p:sp>
        <p:nvSpPr>
          <p:cNvPr id="158" name="Text 4"/>
          <p:cNvSpPr/>
          <p:nvPr/>
        </p:nvSpPr>
        <p:spPr>
          <a:xfrm>
            <a:off x="457200" y="2240280"/>
            <a:ext cx="137124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300" b="0" u="none" strike="noStrike">
                <a:solidFill>
                  <a:srgbClr val="FFFFFF"/>
                </a:solidFill>
                <a:effectLst/>
                <a:uFillTx/>
                <a:latin typeface="Calibri"/>
              </a:rPr>
              <a:t>3.12</a:t>
            </a:r>
            <a:endParaRPr lang="en-US" sz="1300" b="0" u="none" strike="noStrike">
              <a:solidFill>
                <a:srgbClr val="000000"/>
              </a:solidFill>
              <a:effectLst/>
              <a:uFillTx/>
              <a:latin typeface="Arial"/>
            </a:endParaRPr>
          </a:p>
        </p:txBody>
      </p:sp>
      <p:sp>
        <p:nvSpPr>
          <p:cNvPr id="159" name="arrow"/>
          <p:cNvSpPr/>
          <p:nvPr/>
        </p:nvSpPr>
        <p:spPr>
          <a:xfrm>
            <a:off x="1956960" y="1984320"/>
            <a:ext cx="273960" cy="292320"/>
          </a:xfrm>
          <a:prstGeom prst="rightArrow">
            <a:avLst>
              <a:gd name="adj1" fmla="val 50000"/>
              <a:gd name="adj2" fmla="val 50000"/>
            </a:avLst>
          </a:prstGeom>
          <a:solidFill>
            <a:schemeClr val="accent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60" name="artifact tasks-api-3.12-bandit-report"/>
          <p:cNvSpPr/>
          <p:nvPr/>
        </p:nvSpPr>
        <p:spPr>
          <a:xfrm>
            <a:off x="2286000" y="1554480"/>
            <a:ext cx="2514240" cy="1142640"/>
          </a:xfrm>
          <a:prstGeom prst="roundRect">
            <a:avLst>
              <a:gd name="adj" fmla="val 6400"/>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1" name="Text 7"/>
          <p:cNvSpPr/>
          <p:nvPr/>
        </p:nvSpPr>
        <p:spPr>
          <a:xfrm>
            <a:off x="2350080" y="1554480"/>
            <a:ext cx="2386080" cy="114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chemeClr val="accent1"/>
                </a:solidFill>
                <a:effectLst/>
                <a:uFillTx/>
                <a:latin typeface="Courier New"/>
                <a:ea typeface="Courier New"/>
              </a:rPr>
              <a:t>tasks-api-3.12-</a:t>
            </a:r>
            <a:endParaRPr lang="en-US" sz="1400" b="0" u="none" strike="noStrike">
              <a:solidFill>
                <a:srgbClr val="000000"/>
              </a:solidFill>
              <a:effectLst/>
              <a:uFillTx/>
              <a:latin typeface="Arial"/>
            </a:endParaRPr>
          </a:p>
          <a:p>
            <a:pPr algn="ctr" defTabSz="914400">
              <a:lnSpc>
                <a:spcPct val="100000"/>
              </a:lnSpc>
              <a:tabLst>
                <a:tab pos="0" algn="l"/>
              </a:tabLst>
            </a:pPr>
            <a:r>
              <a:rPr lang="en-US" sz="1400" b="1" u="none" strike="noStrike">
                <a:solidFill>
                  <a:schemeClr val="accent1"/>
                </a:solidFill>
                <a:effectLst/>
                <a:uFillTx/>
                <a:latin typeface="Courier New"/>
                <a:ea typeface="Courier New"/>
              </a:rPr>
              <a:t>bandit-report</a:t>
            </a:r>
            <a:endParaRPr lang="en-US" sz="1400" b="0" u="none" strike="noStrike">
              <a:solidFill>
                <a:srgbClr val="000000"/>
              </a:solidFill>
              <a:effectLst/>
              <a:uFillTx/>
              <a:latin typeface="Arial"/>
            </a:endParaRPr>
          </a:p>
        </p:txBody>
      </p:sp>
      <p:sp>
        <p:nvSpPr>
          <p:cNvPr id="162" name="arrow"/>
          <p:cNvSpPr/>
          <p:nvPr/>
        </p:nvSpPr>
        <p:spPr>
          <a:xfrm>
            <a:off x="4837320" y="1984320"/>
            <a:ext cx="273960" cy="292320"/>
          </a:xfrm>
          <a:prstGeom prst="rightArrow">
            <a:avLst>
              <a:gd name="adj1" fmla="val 50000"/>
              <a:gd name="adj2" fmla="val 50000"/>
            </a:avLst>
          </a:prstGeom>
          <a:solidFill>
            <a:schemeClr val="accent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63" name="box title-normalizer"/>
          <p:cNvSpPr/>
          <p:nvPr/>
        </p:nvSpPr>
        <p:spPr>
          <a:xfrm>
            <a:off x="365760" y="2880360"/>
            <a:ext cx="1554120" cy="1142640"/>
          </a:xfrm>
          <a:prstGeom prst="roundRect">
            <a:avLst>
              <a:gd name="adj" fmla="val 6400"/>
            </a:avLst>
          </a:prstGeom>
          <a:solidFill>
            <a:srgbClr val="30363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64" name="Text 10"/>
          <p:cNvSpPr/>
          <p:nvPr/>
        </p:nvSpPr>
        <p:spPr>
          <a:xfrm>
            <a:off x="457200" y="2990160"/>
            <a:ext cx="1371240" cy="571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ctr" defTabSz="914400">
              <a:lnSpc>
                <a:spcPct val="100000"/>
              </a:lnSpc>
              <a:tabLst>
                <a:tab pos="0" algn="l"/>
              </a:tabLst>
            </a:pPr>
            <a:r>
              <a:rPr lang="en-US" sz="1600" b="1" u="none" strike="noStrike">
                <a:solidFill>
                  <a:schemeClr val="lt1"/>
                </a:solidFill>
                <a:effectLst/>
                <a:uFillTx/>
                <a:latin typeface="Calibri"/>
              </a:rPr>
              <a:t>title-normalizer</a:t>
            </a:r>
            <a:endParaRPr lang="en-US" sz="1600" b="0" u="none" strike="noStrike">
              <a:solidFill>
                <a:srgbClr val="000000"/>
              </a:solidFill>
              <a:effectLst/>
              <a:uFillTx/>
              <a:latin typeface="Arial"/>
            </a:endParaRPr>
          </a:p>
        </p:txBody>
      </p:sp>
      <p:sp>
        <p:nvSpPr>
          <p:cNvPr id="165" name="Text 11"/>
          <p:cNvSpPr/>
          <p:nvPr/>
        </p:nvSpPr>
        <p:spPr>
          <a:xfrm>
            <a:off x="457200" y="3566160"/>
            <a:ext cx="137124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300" b="0" u="none" strike="noStrike">
                <a:solidFill>
                  <a:srgbClr val="FFFFFF"/>
                </a:solidFill>
                <a:effectLst/>
                <a:uFillTx/>
                <a:latin typeface="Calibri"/>
              </a:rPr>
              <a:t>3.12</a:t>
            </a:r>
            <a:endParaRPr lang="en-US" sz="1300" b="0" u="none" strike="noStrike">
              <a:solidFill>
                <a:srgbClr val="000000"/>
              </a:solidFill>
              <a:effectLst/>
              <a:uFillTx/>
              <a:latin typeface="Arial"/>
            </a:endParaRPr>
          </a:p>
        </p:txBody>
      </p:sp>
      <p:sp>
        <p:nvSpPr>
          <p:cNvPr id="166" name="arrow"/>
          <p:cNvSpPr/>
          <p:nvPr/>
        </p:nvSpPr>
        <p:spPr>
          <a:xfrm>
            <a:off x="1956960" y="3310200"/>
            <a:ext cx="273960" cy="292320"/>
          </a:xfrm>
          <a:prstGeom prst="rightArrow">
            <a:avLst>
              <a:gd name="adj1" fmla="val 50000"/>
              <a:gd name="adj2" fmla="val 50000"/>
            </a:avLst>
          </a:prstGeom>
          <a:solidFill>
            <a:schemeClr val="accent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67" name="artifact title-normalizer-3.12-bandit-report"/>
          <p:cNvSpPr/>
          <p:nvPr/>
        </p:nvSpPr>
        <p:spPr>
          <a:xfrm>
            <a:off x="2286000" y="2880360"/>
            <a:ext cx="2514240" cy="1142640"/>
          </a:xfrm>
          <a:prstGeom prst="roundRect">
            <a:avLst>
              <a:gd name="adj" fmla="val 6400"/>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8" name="Text 14"/>
          <p:cNvSpPr/>
          <p:nvPr/>
        </p:nvSpPr>
        <p:spPr>
          <a:xfrm>
            <a:off x="2350080" y="2880360"/>
            <a:ext cx="2386080" cy="1142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chemeClr val="accent1"/>
                </a:solidFill>
                <a:effectLst/>
                <a:uFillTx/>
                <a:latin typeface="Courier New"/>
                <a:ea typeface="Courier New"/>
              </a:rPr>
              <a:t>title-normalizer-3.12-</a:t>
            </a:r>
            <a:endParaRPr lang="en-US" sz="1400" b="0" u="none" strike="noStrike">
              <a:solidFill>
                <a:srgbClr val="000000"/>
              </a:solidFill>
              <a:effectLst/>
              <a:uFillTx/>
              <a:latin typeface="Arial"/>
            </a:endParaRPr>
          </a:p>
          <a:p>
            <a:pPr algn="ctr" defTabSz="914400">
              <a:lnSpc>
                <a:spcPct val="100000"/>
              </a:lnSpc>
              <a:tabLst>
                <a:tab pos="0" algn="l"/>
              </a:tabLst>
            </a:pPr>
            <a:r>
              <a:rPr lang="en-US" sz="1400" b="1" u="none" strike="noStrike">
                <a:solidFill>
                  <a:schemeClr val="accent1"/>
                </a:solidFill>
                <a:effectLst/>
                <a:uFillTx/>
                <a:latin typeface="Courier New"/>
                <a:ea typeface="Courier New"/>
              </a:rPr>
              <a:t>bandit-report</a:t>
            </a:r>
            <a:endParaRPr lang="en-US" sz="1400" b="0" u="none" strike="noStrike">
              <a:solidFill>
                <a:srgbClr val="000000"/>
              </a:solidFill>
              <a:effectLst/>
              <a:uFillTx/>
              <a:latin typeface="Arial"/>
            </a:endParaRPr>
          </a:p>
        </p:txBody>
      </p:sp>
      <p:sp>
        <p:nvSpPr>
          <p:cNvPr id="169" name="arrow"/>
          <p:cNvSpPr/>
          <p:nvPr/>
        </p:nvSpPr>
        <p:spPr>
          <a:xfrm>
            <a:off x="4837320" y="3310200"/>
            <a:ext cx="273960" cy="292320"/>
          </a:xfrm>
          <a:prstGeom prst="rightArrow">
            <a:avLst>
              <a:gd name="adj1" fmla="val 50000"/>
              <a:gd name="adj2" fmla="val 50000"/>
            </a:avLst>
          </a:prstGeom>
          <a:solidFill>
            <a:schemeClr val="accent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70" name="Text 16"/>
          <p:cNvSpPr/>
          <p:nvPr/>
        </p:nvSpPr>
        <p:spPr>
          <a:xfrm>
            <a:off x="365760" y="4114800"/>
            <a:ext cx="43887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i="1" u="none" strike="noStrike">
                <a:solidFill>
                  <a:schemeClr val="accent6"/>
                </a:solidFill>
                <a:effectLst/>
                <a:uFillTx/>
                <a:latin typeface="Calibri"/>
              </a:rPr>
              <a:t>+ 4 more matrix jobs</a:t>
            </a:r>
            <a:endParaRPr lang="en-US" sz="1400" b="0" u="none" strike="noStrike">
              <a:solidFill>
                <a:srgbClr val="000000"/>
              </a:solidFill>
              <a:effectLst/>
              <a:uFillTx/>
              <a:latin typeface="Arial"/>
            </a:endParaRPr>
          </a:p>
        </p:txBody>
      </p:sp>
      <p:sp>
        <p:nvSpPr>
          <p:cNvPr id="171" name="box deploy"/>
          <p:cNvSpPr/>
          <p:nvPr/>
        </p:nvSpPr>
        <p:spPr>
          <a:xfrm>
            <a:off x="5157360" y="1554480"/>
            <a:ext cx="1051200" cy="2468520"/>
          </a:xfrm>
          <a:prstGeom prst="roundRect">
            <a:avLst>
              <a:gd name="adj" fmla="val 6957"/>
            </a:avLst>
          </a:prstGeom>
          <a:solidFill>
            <a:srgbClr val="0969D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72" name="Text 18"/>
          <p:cNvSpPr/>
          <p:nvPr/>
        </p:nvSpPr>
        <p:spPr>
          <a:xfrm>
            <a:off x="5248800" y="1554480"/>
            <a:ext cx="868320" cy="2468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chemeClr val="lt1"/>
                </a:solidFill>
                <a:effectLst/>
                <a:uFillTx/>
                <a:latin typeface="Courier New"/>
                <a:ea typeface="Courier New"/>
              </a:rPr>
              <a:t>deploy</a:t>
            </a:r>
            <a:endParaRPr lang="en-US" sz="1800" b="0" u="none" strike="noStrike">
              <a:solidFill>
                <a:srgbClr val="000000"/>
              </a:solidFill>
              <a:effectLst/>
              <a:uFillTx/>
              <a:latin typeface="Arial"/>
            </a:endParaRPr>
          </a:p>
        </p:txBody>
      </p:sp>
      <p:sp>
        <p:nvSpPr>
          <p:cNvPr id="173" name="arrow"/>
          <p:cNvSpPr/>
          <p:nvPr/>
        </p:nvSpPr>
        <p:spPr>
          <a:xfrm>
            <a:off x="6254640" y="2642760"/>
            <a:ext cx="273960" cy="292320"/>
          </a:xfrm>
          <a:prstGeom prst="rightArrow">
            <a:avLst>
              <a:gd name="adj1" fmla="val 50000"/>
              <a:gd name="adj2" fmla="val 50000"/>
            </a:avLst>
          </a:prstGeom>
          <a:solidFill>
            <a:schemeClr val="accent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74" name="box _site"/>
          <p:cNvSpPr/>
          <p:nvPr/>
        </p:nvSpPr>
        <p:spPr>
          <a:xfrm>
            <a:off x="6583680" y="2331720"/>
            <a:ext cx="868320" cy="914040"/>
          </a:xfrm>
          <a:prstGeom prst="roundRect">
            <a:avLst>
              <a:gd name="adj" fmla="val 8421"/>
            </a:avLst>
          </a:prstGeom>
          <a:solidFill>
            <a:srgbClr val="30363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75" name="Text 21"/>
          <p:cNvSpPr/>
          <p:nvPr/>
        </p:nvSpPr>
        <p:spPr>
          <a:xfrm>
            <a:off x="6675120" y="2331720"/>
            <a:ext cx="6854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chemeClr val="lt1"/>
                </a:solidFill>
                <a:effectLst/>
                <a:uFillTx/>
                <a:latin typeface="Courier New"/>
                <a:ea typeface="Courier New"/>
              </a:rPr>
              <a:t>_site</a:t>
            </a:r>
            <a:endParaRPr lang="en-US" sz="1600" b="0" u="none" strike="noStrike">
              <a:solidFill>
                <a:srgbClr val="000000"/>
              </a:solidFill>
              <a:effectLst/>
              <a:uFillTx/>
              <a:latin typeface="Arial"/>
            </a:endParaRPr>
          </a:p>
        </p:txBody>
      </p:sp>
      <p:sp>
        <p:nvSpPr>
          <p:cNvPr id="176" name="arrow"/>
          <p:cNvSpPr/>
          <p:nvPr/>
        </p:nvSpPr>
        <p:spPr>
          <a:xfrm>
            <a:off x="7498080" y="2642760"/>
            <a:ext cx="273960" cy="292320"/>
          </a:xfrm>
          <a:prstGeom prst="rightArrow">
            <a:avLst>
              <a:gd name="adj1" fmla="val 50000"/>
              <a:gd name="adj2" fmla="val 50000"/>
            </a:avLst>
          </a:prstGeom>
          <a:solidFill>
            <a:schemeClr val="accent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77" name="box GitHub Pages"/>
          <p:cNvSpPr/>
          <p:nvPr/>
        </p:nvSpPr>
        <p:spPr>
          <a:xfrm>
            <a:off x="7827120" y="2240280"/>
            <a:ext cx="950760" cy="1096920"/>
          </a:xfrm>
          <a:prstGeom prst="roundRect">
            <a:avLst>
              <a:gd name="adj" fmla="val 7692"/>
            </a:avLst>
          </a:prstGeom>
          <a:solidFill>
            <a:srgbClr val="1A7F3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78" name="Text 24"/>
          <p:cNvSpPr/>
          <p:nvPr/>
        </p:nvSpPr>
        <p:spPr>
          <a:xfrm>
            <a:off x="7918560" y="2240280"/>
            <a:ext cx="76788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chemeClr val="lt1"/>
                </a:solidFill>
                <a:effectLst/>
                <a:uFillTx/>
                <a:latin typeface="Calibri"/>
              </a:rPr>
              <a:t>GitHub Pages</a:t>
            </a:r>
            <a:endParaRPr lang="en-US" sz="1600" b="0" u="none" strike="noStrike">
              <a:solidFill>
                <a:srgbClr val="000000"/>
              </a:solidFill>
              <a:effectLst/>
              <a:uFillTx/>
              <a:latin typeface="Arial"/>
            </a:endParaRPr>
          </a:p>
        </p:txBody>
      </p:sp>
      <p:sp>
        <p:nvSpPr>
          <p:cNvPr id="179" name="PlaceHolder 2"/>
          <p:cNvSpPr>
            <a:spLocks noGrp="1"/>
          </p:cNvSpPr>
          <p:nvPr>
            <p:ph type="sldNum" idx="24"/>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6FB96226-C420-411B-833C-0793054A6CC9}" type="slidenum">
              <a:rPr lang="en-US" sz="1000" b="0" u="none" strike="noStrike">
                <a:solidFill>
                  <a:schemeClr val="accent6"/>
                </a:solidFill>
                <a:effectLst/>
                <a:uFillTx/>
                <a:latin typeface="Calibri"/>
              </a:rPr>
              <a:t>18</a:t>
            </a:fld>
            <a:endParaRPr lang="en-US" sz="1000" b="0" u="none" strike="noStrike">
              <a:solidFill>
                <a:srgbClr val="000000"/>
              </a:solidFill>
              <a:effectLst/>
              <a:uFillTx/>
              <a:latin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Bandit and continue-on-error</a:t>
            </a:r>
          </a:p>
        </p:txBody>
      </p:sp>
      <p:sp>
        <p:nvSpPr>
          <p:cNvPr id="181" name="claim 1"/>
          <p:cNvSpPr/>
          <p:nvPr/>
        </p:nvSpPr>
        <p:spPr>
          <a:xfrm>
            <a:off x="548640" y="1783080"/>
            <a:ext cx="2468520" cy="2102760"/>
          </a:xfrm>
          <a:prstGeom prst="roundRect">
            <a:avLst>
              <a:gd name="adj" fmla="val 3478"/>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2" name="badge 1"/>
          <p:cNvSpPr/>
          <p:nvPr/>
        </p:nvSpPr>
        <p:spPr>
          <a:xfrm>
            <a:off x="731520" y="196596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3" name="Text 3"/>
          <p:cNvSpPr/>
          <p:nvPr/>
        </p:nvSpPr>
        <p:spPr>
          <a:xfrm>
            <a:off x="731520" y="196596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chemeClr val="lt1"/>
                </a:solidFill>
                <a:effectLst/>
                <a:uFillTx/>
                <a:latin typeface="Calibri"/>
              </a:rPr>
              <a:t>1</a:t>
            </a:r>
            <a:endParaRPr lang="en-US" sz="2000" b="0" u="none" strike="noStrike">
              <a:solidFill>
                <a:srgbClr val="000000"/>
              </a:solidFill>
              <a:effectLst/>
              <a:uFillTx/>
              <a:latin typeface="Arial"/>
            </a:endParaRPr>
          </a:p>
        </p:txBody>
      </p:sp>
      <p:sp>
        <p:nvSpPr>
          <p:cNvPr id="184" name="Text 4"/>
          <p:cNvSpPr/>
          <p:nvPr/>
        </p:nvSpPr>
        <p:spPr>
          <a:xfrm>
            <a:off x="640080" y="2606040"/>
            <a:ext cx="2285640" cy="1234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2000" b="1" u="none" strike="noStrike">
                <a:solidFill>
                  <a:schemeClr val="dk1"/>
                </a:solidFill>
                <a:effectLst/>
                <a:uFillTx/>
                <a:latin typeface="Calibri"/>
              </a:rPr>
              <a:t>If Bandit exits with an error, the step fails.</a:t>
            </a:r>
            <a:endParaRPr lang="en-US" sz="2000" b="0" u="none" strike="noStrike">
              <a:solidFill>
                <a:srgbClr val="000000"/>
              </a:solidFill>
              <a:effectLst/>
              <a:uFillTx/>
              <a:latin typeface="Arial"/>
            </a:endParaRPr>
          </a:p>
        </p:txBody>
      </p:sp>
      <p:sp>
        <p:nvSpPr>
          <p:cNvPr id="185" name="arrow"/>
          <p:cNvSpPr/>
          <p:nvPr/>
        </p:nvSpPr>
        <p:spPr>
          <a:xfrm>
            <a:off x="3035880" y="2880360"/>
            <a:ext cx="273960" cy="292320"/>
          </a:xfrm>
          <a:prstGeom prst="rightArrow">
            <a:avLst>
              <a:gd name="adj1" fmla="val 50000"/>
              <a:gd name="adj2" fmla="val 50000"/>
            </a:avLst>
          </a:prstGeom>
          <a:solidFill>
            <a:schemeClr val="accent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6" name="claim 2"/>
          <p:cNvSpPr/>
          <p:nvPr/>
        </p:nvSpPr>
        <p:spPr>
          <a:xfrm>
            <a:off x="3337560" y="1783080"/>
            <a:ext cx="2468520" cy="2102760"/>
          </a:xfrm>
          <a:prstGeom prst="roundRect">
            <a:avLst>
              <a:gd name="adj" fmla="val 3478"/>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7" name="badge 2"/>
          <p:cNvSpPr/>
          <p:nvPr/>
        </p:nvSpPr>
        <p:spPr>
          <a:xfrm>
            <a:off x="3520440" y="196596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8" name="Text 8"/>
          <p:cNvSpPr/>
          <p:nvPr/>
        </p:nvSpPr>
        <p:spPr>
          <a:xfrm>
            <a:off x="3520440" y="196596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chemeClr val="lt1"/>
                </a:solidFill>
                <a:effectLst/>
                <a:uFillTx/>
                <a:latin typeface="Calibri"/>
              </a:rPr>
              <a:t>2</a:t>
            </a:r>
            <a:endParaRPr lang="en-US" sz="2000" b="0" u="none" strike="noStrike">
              <a:solidFill>
                <a:srgbClr val="000000"/>
              </a:solidFill>
              <a:effectLst/>
              <a:uFillTx/>
              <a:latin typeface="Arial"/>
            </a:endParaRPr>
          </a:p>
        </p:txBody>
      </p:sp>
      <p:sp>
        <p:nvSpPr>
          <p:cNvPr id="189" name="Text 9"/>
          <p:cNvSpPr/>
          <p:nvPr/>
        </p:nvSpPr>
        <p:spPr>
          <a:xfrm>
            <a:off x="3429000" y="2606040"/>
            <a:ext cx="2285640" cy="1234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00" b="1" u="none" strike="noStrike">
                <a:solidFill>
                  <a:schemeClr val="dk1"/>
                </a:solidFill>
                <a:effectLst/>
                <a:uFillTx/>
                <a:latin typeface="Courier New"/>
                <a:ea typeface="Courier New"/>
              </a:rPr>
              <a:t>continue-on-error:</a:t>
            </a:r>
            <a:endParaRPr lang="en-US" sz="1600" b="0" u="none" strike="noStrike">
              <a:solidFill>
                <a:srgbClr val="000000"/>
              </a:solidFill>
              <a:effectLst/>
              <a:uFillTx/>
              <a:latin typeface="Arial"/>
            </a:endParaRPr>
          </a:p>
          <a:p>
            <a:pPr defTabSz="914400">
              <a:lnSpc>
                <a:spcPct val="100000"/>
              </a:lnSpc>
              <a:tabLst>
                <a:tab pos="0" algn="l"/>
              </a:tabLst>
            </a:pPr>
            <a:r>
              <a:rPr lang="en-US" sz="1600" b="1" u="none" strike="noStrike">
                <a:solidFill>
                  <a:schemeClr val="dk1"/>
                </a:solidFill>
                <a:effectLst/>
                <a:uFillTx/>
                <a:latin typeface="Courier New"/>
                <a:ea typeface="Courier New"/>
              </a:rPr>
              <a:t>true</a:t>
            </a:r>
            <a:endParaRPr lang="en-US" sz="1600" b="0" u="none" strike="noStrike">
              <a:solidFill>
                <a:srgbClr val="000000"/>
              </a:solidFill>
              <a:effectLst/>
              <a:uFillTx/>
              <a:latin typeface="Arial"/>
            </a:endParaRPr>
          </a:p>
          <a:p>
            <a:pPr defTabSz="914400">
              <a:lnSpc>
                <a:spcPct val="100000"/>
              </a:lnSpc>
              <a:tabLst>
                <a:tab pos="0" algn="l"/>
              </a:tabLst>
            </a:pPr>
            <a:r>
              <a:rPr lang="en-US" sz="2000" b="1" u="none" strike="noStrike">
                <a:solidFill>
                  <a:schemeClr val="dk1"/>
                </a:solidFill>
                <a:effectLst/>
                <a:uFillTx/>
                <a:latin typeface="Calibri"/>
                <a:ea typeface="Courier New"/>
              </a:rPr>
              <a:t>keeps the job green.</a:t>
            </a:r>
            <a:endParaRPr lang="en-US" sz="2000" b="0" u="none" strike="noStrike">
              <a:solidFill>
                <a:srgbClr val="000000"/>
              </a:solidFill>
              <a:effectLst/>
              <a:uFillTx/>
              <a:latin typeface="Arial"/>
            </a:endParaRPr>
          </a:p>
        </p:txBody>
      </p:sp>
      <p:sp>
        <p:nvSpPr>
          <p:cNvPr id="190" name="arrow"/>
          <p:cNvSpPr/>
          <p:nvPr/>
        </p:nvSpPr>
        <p:spPr>
          <a:xfrm>
            <a:off x="5824800" y="2880360"/>
            <a:ext cx="273960" cy="292320"/>
          </a:xfrm>
          <a:prstGeom prst="rightArrow">
            <a:avLst>
              <a:gd name="adj1" fmla="val 50000"/>
              <a:gd name="adj2" fmla="val 50000"/>
            </a:avLst>
          </a:prstGeom>
          <a:solidFill>
            <a:schemeClr val="accent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91" name="claim 3"/>
          <p:cNvSpPr/>
          <p:nvPr/>
        </p:nvSpPr>
        <p:spPr>
          <a:xfrm>
            <a:off x="6126480" y="1783080"/>
            <a:ext cx="2468520" cy="2102760"/>
          </a:xfrm>
          <a:prstGeom prst="roundRect">
            <a:avLst>
              <a:gd name="adj" fmla="val 3478"/>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2" name="badge 3"/>
          <p:cNvSpPr/>
          <p:nvPr/>
        </p:nvSpPr>
        <p:spPr>
          <a:xfrm>
            <a:off x="6309360" y="1965960"/>
            <a:ext cx="456840" cy="45684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93" name="Text 13"/>
          <p:cNvSpPr/>
          <p:nvPr/>
        </p:nvSpPr>
        <p:spPr>
          <a:xfrm>
            <a:off x="6309360" y="196596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chemeClr val="lt1"/>
                </a:solidFill>
                <a:effectLst/>
                <a:uFillTx/>
                <a:latin typeface="Calibri"/>
              </a:rPr>
              <a:t>3</a:t>
            </a:r>
            <a:endParaRPr lang="en-US" sz="2000" b="0" u="none" strike="noStrike">
              <a:solidFill>
                <a:srgbClr val="000000"/>
              </a:solidFill>
              <a:effectLst/>
              <a:uFillTx/>
              <a:latin typeface="Arial"/>
            </a:endParaRPr>
          </a:p>
        </p:txBody>
      </p:sp>
      <p:sp>
        <p:nvSpPr>
          <p:cNvPr id="194" name="Text 14"/>
          <p:cNvSpPr/>
          <p:nvPr/>
        </p:nvSpPr>
        <p:spPr>
          <a:xfrm>
            <a:off x="6217920" y="2606040"/>
            <a:ext cx="2285640" cy="1234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2000" b="1" u="none" strike="noStrike">
                <a:solidFill>
                  <a:schemeClr val="dk1"/>
                </a:solidFill>
                <a:effectLst/>
                <a:uFillTx/>
                <a:latin typeface="Calibri"/>
              </a:rPr>
              <a:t>So </a:t>
            </a:r>
            <a:r>
              <a:rPr lang="en-US" sz="1600" b="1" u="none" strike="noStrike">
                <a:solidFill>
                  <a:schemeClr val="dk1"/>
                </a:solidFill>
                <a:effectLst/>
                <a:uFillTx/>
                <a:latin typeface="Courier New"/>
                <a:ea typeface="Courier New"/>
              </a:rPr>
              <a:t>deploy</a:t>
            </a:r>
            <a:r>
              <a:rPr lang="en-US" sz="2000" b="1" u="none" strike="noStrike">
                <a:solidFill>
                  <a:schemeClr val="dk1"/>
                </a:solidFill>
                <a:effectLst/>
                <a:uFillTx/>
                <a:latin typeface="Calibri"/>
                <a:ea typeface="Courier New"/>
              </a:rPr>
              <a:t> runs.</a:t>
            </a:r>
            <a:endParaRPr lang="en-US" sz="2000" b="0" u="none" strike="noStrike">
              <a:solidFill>
                <a:srgbClr val="000000"/>
              </a:solidFill>
              <a:effectLst/>
              <a:uFillTx/>
              <a:latin typeface="Arial"/>
            </a:endParaRPr>
          </a:p>
        </p:txBody>
      </p:sp>
      <p:sp>
        <p:nvSpPr>
          <p:cNvPr id="195" name="PlaceHolder 2"/>
          <p:cNvSpPr>
            <a:spLocks noGrp="1"/>
          </p:cNvSpPr>
          <p:nvPr>
            <p:ph type="sldNum" idx="25"/>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22020E39-0A9C-4EC0-BD05-B5ED1D718764}" type="slidenum">
              <a:rPr lang="en-US" sz="1000" b="0" u="none" strike="noStrike">
                <a:solidFill>
                  <a:schemeClr val="accent6"/>
                </a:solidFill>
                <a:effectLst/>
                <a:uFillTx/>
                <a:latin typeface="Calibri"/>
              </a:rPr>
              <a:t>19</a:t>
            </a:fld>
            <a:endParaRPr lang="en-US" sz="1000" b="0" u="none" strike="noStrike">
              <a:solidFill>
                <a:srgbClr val="000000"/>
              </a:solidFill>
              <a:effectLst/>
              <a:uFillTx/>
              <a:latin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lt1"/>
                </a:solidFill>
                <a:effectLst/>
                <a:uFillTx/>
                <a:latin typeface="Cambria"/>
              </a:rPr>
              <a:t>The cost of continue-on-error</a:t>
            </a:r>
          </a:p>
        </p:txBody>
      </p:sp>
      <p:sp>
        <p:nvSpPr>
          <p:cNvPr id="197" name="Text 1"/>
          <p:cNvSpPr/>
          <p:nvPr/>
        </p:nvSpPr>
        <p:spPr>
          <a:xfrm>
            <a:off x="548640" y="1463040"/>
            <a:ext cx="8046360" cy="219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200" b="1" u="none" strike="noStrike">
                <a:solidFill>
                  <a:schemeClr val="lt1"/>
                </a:solidFill>
                <a:effectLst/>
                <a:uFillTx/>
                <a:latin typeface="Cambria"/>
                <a:ea typeface="Cambria"/>
              </a:rPr>
              <a:t>A real finding no longer turns the check </a:t>
            </a:r>
            <a:r>
              <a:rPr lang="en-US" sz="4200" b="1" u="none" strike="noStrike">
                <a:solidFill>
                  <a:srgbClr val="F85149"/>
                </a:solidFill>
                <a:effectLst/>
                <a:uFillTx/>
                <a:latin typeface="Cambria"/>
                <a:ea typeface="Cambria"/>
              </a:rPr>
              <a:t>red.</a:t>
            </a:r>
            <a:endParaRPr lang="en-US" sz="4200" b="0" u="none" strike="noStrike">
              <a:solidFill>
                <a:srgbClr val="FFFFFF"/>
              </a:solidFill>
              <a:effectLst/>
              <a:uFillTx/>
              <a:latin typeface="Arial"/>
            </a:endParaRPr>
          </a:p>
        </p:txBody>
      </p:sp>
      <p:sp>
        <p:nvSpPr>
          <p:cNvPr id="198" name="PlaceHolder 2"/>
          <p:cNvSpPr>
            <a:spLocks noGrp="1"/>
          </p:cNvSpPr>
          <p:nvPr>
            <p:ph type="sldNum" idx="26"/>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lt2"/>
                </a:solidFill>
                <a:effectLst/>
                <a:uFillTx/>
                <a:latin typeface="Calibri"/>
              </a:defRPr>
            </a:lvl1pPr>
          </a:lstStyle>
          <a:p>
            <a:pPr indent="0" algn="r" defTabSz="914400">
              <a:lnSpc>
                <a:spcPct val="100000"/>
              </a:lnSpc>
              <a:buNone/>
            </a:pPr>
            <a:fld id="{2859D6D3-FABE-4762-B249-2AB6B4102A1E}" type="slidenum">
              <a:rPr lang="en-US" sz="1000" b="0" u="none" strike="noStrike">
                <a:solidFill>
                  <a:schemeClr val="lt2"/>
                </a:solidFill>
                <a:effectLst/>
                <a:uFillTx/>
                <a:latin typeface="Calibri"/>
              </a:rPr>
              <a:t>20</a:t>
            </a:fld>
            <a:endParaRPr lang="en-US" sz="1000" b="0" u="none" strike="noStrike">
              <a:solidFill>
                <a:srgbClr val="FFFFFF"/>
              </a:solidFill>
              <a:effectLst/>
              <a:uFillTx/>
              <a:latin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A branch is not production</a:t>
            </a:r>
          </a:p>
        </p:txBody>
      </p:sp>
      <p:sp>
        <p:nvSpPr>
          <p:cNvPr id="200" name="question panel"/>
          <p:cNvSpPr/>
          <p:nvPr/>
        </p:nvSpPr>
        <p:spPr>
          <a:xfrm>
            <a:off x="548640" y="1371600"/>
            <a:ext cx="8046360" cy="2925720"/>
          </a:xfrm>
          <a:prstGeom prst="roundRect">
            <a:avLst>
              <a:gd name="adj" fmla="val 2500"/>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01" name="Text 2"/>
          <p:cNvSpPr/>
          <p:nvPr/>
        </p:nvSpPr>
        <p:spPr>
          <a:xfrm>
            <a:off x="914400" y="1371600"/>
            <a:ext cx="7314840" cy="2925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600" b="1" u="none" strike="noStrike">
                <a:solidFill>
                  <a:schemeClr val="lt1"/>
                </a:solidFill>
                <a:effectLst/>
                <a:uFillTx/>
                <a:latin typeface="Calibri"/>
              </a:rPr>
              <a:t>Should every branch and every pull request be deployed?</a:t>
            </a:r>
            <a:endParaRPr lang="en-US" sz="3600" b="0" u="none" strike="noStrike">
              <a:solidFill>
                <a:srgbClr val="000000"/>
              </a:solidFill>
              <a:effectLst/>
              <a:uFillTx/>
              <a:latin typeface="Arial"/>
            </a:endParaRPr>
          </a:p>
        </p:txBody>
      </p:sp>
      <p:sp>
        <p:nvSpPr>
          <p:cNvPr id="202" name="PlaceHolder 2"/>
          <p:cNvSpPr>
            <a:spLocks noGrp="1"/>
          </p:cNvSpPr>
          <p:nvPr>
            <p:ph type="sldNum" idx="27"/>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9E10C63C-BF9A-4A1F-B32D-8B49A1988614}" type="slidenum">
              <a:rPr lang="en-US" sz="1000" b="0" u="none" strike="noStrike">
                <a:solidFill>
                  <a:schemeClr val="accent6"/>
                </a:solidFill>
                <a:effectLst/>
                <a:uFillTx/>
                <a:latin typeface="Calibri"/>
              </a:rPr>
              <a:t>21</a:t>
            </a:fld>
            <a:endParaRPr lang="en-US" sz="1000" b="0" u="none" strike="noStrike">
              <a:solidFill>
                <a:srgbClr val="000000"/>
              </a:solidFill>
              <a:effectLst/>
              <a:uFillTx/>
              <a:latin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Pull request, then merge</a:t>
            </a:r>
          </a:p>
        </p:txBody>
      </p:sp>
      <p:sp>
        <p:nvSpPr>
          <p:cNvPr id="204" name="Text 1"/>
          <p:cNvSpPr/>
          <p:nvPr/>
        </p:nvSpPr>
        <p:spPr>
          <a:xfrm>
            <a:off x="548640" y="1097280"/>
            <a:ext cx="804636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400" b="1" u="none" strike="noStrike">
                <a:solidFill>
                  <a:schemeClr val="dk1"/>
                </a:solidFill>
                <a:effectLst/>
                <a:uFillTx/>
                <a:latin typeface="Calibri"/>
              </a:rPr>
              <a:t>Every change is a pull request: tests run, nothing deploys. After the merge, </a:t>
            </a:r>
            <a:r>
              <a:rPr lang="en-US" sz="2200" b="1" u="none" strike="noStrike">
                <a:solidFill>
                  <a:schemeClr val="dk1"/>
                </a:solidFill>
                <a:effectLst/>
                <a:uFillTx/>
                <a:latin typeface="Courier New"/>
                <a:ea typeface="Courier New"/>
              </a:rPr>
              <a:t>main</a:t>
            </a:r>
            <a:r>
              <a:rPr lang="en-US" sz="2400" b="1" u="none" strike="noStrike">
                <a:solidFill>
                  <a:schemeClr val="dk1"/>
                </a:solidFill>
                <a:effectLst/>
                <a:uFillTx/>
                <a:latin typeface="Calibri"/>
                <a:ea typeface="Courier New"/>
              </a:rPr>
              <a:t> tests and deploys.</a:t>
            </a:r>
            <a:endParaRPr lang="en-US" sz="2400" b="0" u="none" strike="noStrike">
              <a:solidFill>
                <a:srgbClr val="000000"/>
              </a:solidFill>
              <a:effectLst/>
              <a:uFillTx/>
              <a:latin typeface="Arial"/>
            </a:endParaRPr>
          </a:p>
        </p:txBody>
      </p:sp>
      <p:sp>
        <p:nvSpPr>
          <p:cNvPr id="205" name="box branch"/>
          <p:cNvSpPr/>
          <p:nvPr/>
        </p:nvSpPr>
        <p:spPr>
          <a:xfrm>
            <a:off x="457200" y="2468880"/>
            <a:ext cx="1782720" cy="1554120"/>
          </a:xfrm>
          <a:prstGeom prst="roundRect">
            <a:avLst>
              <a:gd name="adj" fmla="val 4706"/>
            </a:avLst>
          </a:prstGeom>
          <a:solidFill>
            <a:srgbClr val="30363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06" name="Text 3"/>
          <p:cNvSpPr/>
          <p:nvPr/>
        </p:nvSpPr>
        <p:spPr>
          <a:xfrm>
            <a:off x="548640" y="2468880"/>
            <a:ext cx="1599840" cy="155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chemeClr val="lt1"/>
                </a:solidFill>
                <a:effectLst/>
                <a:uFillTx/>
                <a:latin typeface="Calibri"/>
              </a:rPr>
              <a:t>branch</a:t>
            </a:r>
            <a:endParaRPr lang="en-US" sz="2000" b="0" u="none" strike="noStrike">
              <a:solidFill>
                <a:srgbClr val="000000"/>
              </a:solidFill>
              <a:effectLst/>
              <a:uFillTx/>
              <a:latin typeface="Arial"/>
            </a:endParaRPr>
          </a:p>
        </p:txBody>
      </p:sp>
      <p:sp>
        <p:nvSpPr>
          <p:cNvPr id="207" name="arrow"/>
          <p:cNvSpPr/>
          <p:nvPr/>
        </p:nvSpPr>
        <p:spPr>
          <a:xfrm>
            <a:off x="2286000" y="3117960"/>
            <a:ext cx="273960" cy="292320"/>
          </a:xfrm>
          <a:prstGeom prst="rightArrow">
            <a:avLst>
              <a:gd name="adj1" fmla="val 50000"/>
              <a:gd name="adj2" fmla="val 50000"/>
            </a:avLst>
          </a:prstGeom>
          <a:solidFill>
            <a:schemeClr val="accent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08" name="box pull request"/>
          <p:cNvSpPr/>
          <p:nvPr/>
        </p:nvSpPr>
        <p:spPr>
          <a:xfrm>
            <a:off x="2606040" y="2468880"/>
            <a:ext cx="1782720" cy="1554120"/>
          </a:xfrm>
          <a:prstGeom prst="roundRect">
            <a:avLst>
              <a:gd name="adj" fmla="val 4706"/>
            </a:avLst>
          </a:prstGeom>
          <a:solidFill>
            <a:srgbClr val="1A7F3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09" name="Text 6"/>
          <p:cNvSpPr/>
          <p:nvPr/>
        </p:nvSpPr>
        <p:spPr>
          <a:xfrm>
            <a:off x="2697480" y="2578680"/>
            <a:ext cx="159984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ctr" defTabSz="914400">
              <a:lnSpc>
                <a:spcPct val="100000"/>
              </a:lnSpc>
              <a:tabLst>
                <a:tab pos="0" algn="l"/>
              </a:tabLst>
            </a:pPr>
            <a:r>
              <a:rPr lang="en-US" sz="2000" b="1" u="none" strike="noStrike">
                <a:solidFill>
                  <a:schemeClr val="lt1"/>
                </a:solidFill>
                <a:effectLst/>
                <a:uFillTx/>
                <a:latin typeface="Calibri"/>
              </a:rPr>
              <a:t>pull request</a:t>
            </a:r>
            <a:endParaRPr lang="en-US" sz="2000" b="0" u="none" strike="noStrike">
              <a:solidFill>
                <a:srgbClr val="000000"/>
              </a:solidFill>
              <a:effectLst/>
              <a:uFillTx/>
              <a:latin typeface="Arial"/>
            </a:endParaRPr>
          </a:p>
        </p:txBody>
      </p:sp>
      <p:sp>
        <p:nvSpPr>
          <p:cNvPr id="210" name="Text 7"/>
          <p:cNvSpPr/>
          <p:nvPr/>
        </p:nvSpPr>
        <p:spPr>
          <a:xfrm>
            <a:off x="2697480" y="3401640"/>
            <a:ext cx="1599840" cy="54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FFFFFF"/>
                </a:solidFill>
                <a:effectLst/>
                <a:uFillTx/>
                <a:latin typeface="Calibri"/>
              </a:rPr>
              <a:t>tests run, no deploy</a:t>
            </a:r>
            <a:endParaRPr lang="en-US" sz="1400" b="0" u="none" strike="noStrike">
              <a:solidFill>
                <a:srgbClr val="000000"/>
              </a:solidFill>
              <a:effectLst/>
              <a:uFillTx/>
              <a:latin typeface="Arial"/>
            </a:endParaRPr>
          </a:p>
        </p:txBody>
      </p:sp>
      <p:sp>
        <p:nvSpPr>
          <p:cNvPr id="211" name="arrow"/>
          <p:cNvSpPr/>
          <p:nvPr/>
        </p:nvSpPr>
        <p:spPr>
          <a:xfrm>
            <a:off x="4434840" y="3117960"/>
            <a:ext cx="273960" cy="292320"/>
          </a:xfrm>
          <a:prstGeom prst="rightArrow">
            <a:avLst>
              <a:gd name="adj1" fmla="val 50000"/>
              <a:gd name="adj2" fmla="val 50000"/>
            </a:avLst>
          </a:prstGeom>
          <a:solidFill>
            <a:schemeClr val="accent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12" name="box merge"/>
          <p:cNvSpPr/>
          <p:nvPr/>
        </p:nvSpPr>
        <p:spPr>
          <a:xfrm>
            <a:off x="4754880" y="2468880"/>
            <a:ext cx="1782720" cy="1554120"/>
          </a:xfrm>
          <a:prstGeom prst="roundRect">
            <a:avLst>
              <a:gd name="adj" fmla="val 4706"/>
            </a:avLst>
          </a:prstGeom>
          <a:solidFill>
            <a:srgbClr val="30363D"/>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13" name="Text 10"/>
          <p:cNvSpPr/>
          <p:nvPr/>
        </p:nvSpPr>
        <p:spPr>
          <a:xfrm>
            <a:off x="4846320" y="2468880"/>
            <a:ext cx="1599840" cy="155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chemeClr val="lt1"/>
                </a:solidFill>
                <a:effectLst/>
                <a:uFillTx/>
                <a:latin typeface="Calibri"/>
              </a:rPr>
              <a:t>merge</a:t>
            </a:r>
            <a:endParaRPr lang="en-US" sz="2000" b="0" u="none" strike="noStrike">
              <a:solidFill>
                <a:srgbClr val="000000"/>
              </a:solidFill>
              <a:effectLst/>
              <a:uFillTx/>
              <a:latin typeface="Arial"/>
            </a:endParaRPr>
          </a:p>
        </p:txBody>
      </p:sp>
      <p:sp>
        <p:nvSpPr>
          <p:cNvPr id="214" name="arrow"/>
          <p:cNvSpPr/>
          <p:nvPr/>
        </p:nvSpPr>
        <p:spPr>
          <a:xfrm>
            <a:off x="6583680" y="3117960"/>
            <a:ext cx="273960" cy="292320"/>
          </a:xfrm>
          <a:prstGeom prst="rightArrow">
            <a:avLst>
              <a:gd name="adj1" fmla="val 50000"/>
              <a:gd name="adj2" fmla="val 50000"/>
            </a:avLst>
          </a:prstGeom>
          <a:solidFill>
            <a:schemeClr val="accent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15" name="box main"/>
          <p:cNvSpPr/>
          <p:nvPr/>
        </p:nvSpPr>
        <p:spPr>
          <a:xfrm>
            <a:off x="6903720" y="2468880"/>
            <a:ext cx="1782720" cy="1554120"/>
          </a:xfrm>
          <a:prstGeom prst="roundRect">
            <a:avLst>
              <a:gd name="adj" fmla="val 4706"/>
            </a:avLst>
          </a:prstGeom>
          <a:solidFill>
            <a:srgbClr val="0969D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16" name="Text 13"/>
          <p:cNvSpPr/>
          <p:nvPr/>
        </p:nvSpPr>
        <p:spPr>
          <a:xfrm>
            <a:off x="6995160" y="2578680"/>
            <a:ext cx="159984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ctr" defTabSz="914400">
              <a:lnSpc>
                <a:spcPct val="100000"/>
              </a:lnSpc>
              <a:tabLst>
                <a:tab pos="0" algn="l"/>
              </a:tabLst>
            </a:pPr>
            <a:r>
              <a:rPr lang="en-US" sz="2000" b="1" u="none" strike="noStrike">
                <a:solidFill>
                  <a:schemeClr val="lt1"/>
                </a:solidFill>
                <a:effectLst/>
                <a:uFillTx/>
                <a:latin typeface="Calibri"/>
              </a:rPr>
              <a:t>main</a:t>
            </a:r>
            <a:endParaRPr lang="en-US" sz="2000" b="0" u="none" strike="noStrike">
              <a:solidFill>
                <a:srgbClr val="000000"/>
              </a:solidFill>
              <a:effectLst/>
              <a:uFillTx/>
              <a:latin typeface="Arial"/>
            </a:endParaRPr>
          </a:p>
        </p:txBody>
      </p:sp>
      <p:sp>
        <p:nvSpPr>
          <p:cNvPr id="217" name="Text 14"/>
          <p:cNvSpPr/>
          <p:nvPr/>
        </p:nvSpPr>
        <p:spPr>
          <a:xfrm>
            <a:off x="6995160" y="3401640"/>
            <a:ext cx="1599840" cy="54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a:solidFill>
                  <a:srgbClr val="FFFFFF"/>
                </a:solidFill>
                <a:effectLst/>
                <a:uFillTx/>
                <a:latin typeface="Calibri"/>
              </a:rPr>
              <a:t>tests run, deploy runs</a:t>
            </a:r>
            <a:endParaRPr lang="en-US" sz="1400" b="0" u="none" strike="noStrike">
              <a:solidFill>
                <a:srgbClr val="000000"/>
              </a:solidFill>
              <a:effectLst/>
              <a:uFillTx/>
              <a:latin typeface="Arial"/>
            </a:endParaRPr>
          </a:p>
        </p:txBody>
      </p:sp>
      <p:sp>
        <p:nvSpPr>
          <p:cNvPr id="218" name="PlaceHolder 2"/>
          <p:cNvSpPr>
            <a:spLocks noGrp="1"/>
          </p:cNvSpPr>
          <p:nvPr>
            <p:ph type="sldNum" idx="28"/>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04B5BE6E-55D0-4420-B1DD-E54D9BD63B41}" type="slidenum">
              <a:rPr lang="en-US" sz="1000" b="0" u="none" strike="noStrike">
                <a:solidFill>
                  <a:schemeClr val="accent6"/>
                </a:solidFill>
                <a:effectLst/>
                <a:uFillTx/>
                <a:latin typeface="Calibri"/>
              </a:rPr>
              <a:t>22</a:t>
            </a:fld>
            <a:endParaRPr lang="en-US" sz="1000" b="0" u="none" strike="noStrike">
              <a:solidFill>
                <a:srgbClr val="000000"/>
              </a:solidFill>
              <a:effectLst/>
              <a:uFillTx/>
              <a:latin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Gate the deploy</a:t>
            </a:r>
          </a:p>
        </p:txBody>
      </p:sp>
      <p:sp>
        <p:nvSpPr>
          <p:cNvPr id="220" name="Text 1"/>
          <p:cNvSpPr/>
          <p:nvPr/>
        </p:nvSpPr>
        <p:spPr>
          <a:xfrm>
            <a:off x="548640" y="1024200"/>
            <a:ext cx="804636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400" b="1" u="none" strike="noStrike">
                <a:solidFill>
                  <a:schemeClr val="dk1"/>
                </a:solidFill>
                <a:effectLst/>
                <a:uFillTx/>
                <a:latin typeface="Courier New"/>
                <a:ea typeface="Courier New"/>
              </a:rPr>
              <a:t>deploy</a:t>
            </a:r>
            <a:r>
              <a:rPr lang="en-US" sz="2600" b="1" u="none" strike="noStrike">
                <a:solidFill>
                  <a:schemeClr val="dk1"/>
                </a:solidFill>
                <a:effectLst/>
                <a:uFillTx/>
                <a:latin typeface="Calibri"/>
                <a:ea typeface="Courier New"/>
              </a:rPr>
              <a:t> runs only on </a:t>
            </a:r>
            <a:r>
              <a:rPr lang="en-US" sz="2400" b="1" u="none" strike="noStrike">
                <a:solidFill>
                  <a:schemeClr val="dk1"/>
                </a:solidFill>
                <a:effectLst/>
                <a:uFillTx/>
                <a:latin typeface="Courier New"/>
                <a:ea typeface="Courier New"/>
              </a:rPr>
              <a:t>main</a:t>
            </a:r>
            <a:r>
              <a:rPr lang="en-US" sz="2600" b="1" u="none" strike="noStrike">
                <a:solidFill>
                  <a:schemeClr val="dk1"/>
                </a:solidFill>
                <a:effectLst/>
                <a:uFillTx/>
                <a:latin typeface="Calibri"/>
                <a:ea typeface="Courier New"/>
              </a:rPr>
              <a:t>.</a:t>
            </a:r>
            <a:endParaRPr lang="en-US" sz="2600" b="0" u="none" strike="noStrike">
              <a:solidFill>
                <a:srgbClr val="000000"/>
              </a:solidFill>
              <a:effectLst/>
              <a:uFillTx/>
              <a:latin typeface="Arial"/>
            </a:endParaRPr>
          </a:p>
        </p:txBody>
      </p:sp>
      <p:sp>
        <p:nvSpPr>
          <p:cNvPr id="221" name="code panel on"/>
          <p:cNvSpPr/>
          <p:nvPr/>
        </p:nvSpPr>
        <p:spPr>
          <a:xfrm>
            <a:off x="320040" y="1600200"/>
            <a:ext cx="8503560" cy="1874160"/>
          </a:xfrm>
          <a:prstGeom prst="roundRect">
            <a:avLst>
              <a:gd name="adj" fmla="val 3902"/>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22" name="code"/>
          <p:cNvSpPr/>
          <p:nvPr/>
        </p:nvSpPr>
        <p:spPr>
          <a:xfrm>
            <a:off x="484560" y="1682640"/>
            <a:ext cx="8174520" cy="170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ts val="1919"/>
              </a:lnSpc>
              <a:tabLst>
                <a:tab pos="0" algn="l"/>
              </a:tabLst>
            </a:pPr>
            <a:r>
              <a:rPr lang="en-US" sz="1600" b="0" u="none" strike="noStrike">
                <a:solidFill>
                  <a:srgbClr val="9DA7B3"/>
                </a:solidFill>
                <a:effectLst/>
                <a:uFillTx/>
                <a:latin typeface="Courier New"/>
                <a:ea typeface="Courier New"/>
              </a:rPr>
              <a:t>on:</a:t>
            </a:r>
            <a:endParaRPr lang="en-US" sz="1600" b="0" u="none" strike="noStrike">
              <a:solidFill>
                <a:srgbClr val="000000"/>
              </a:solidFill>
              <a:effectLst/>
              <a:uFillTx/>
              <a:latin typeface="Arial"/>
            </a:endParaRPr>
          </a:p>
          <a:p>
            <a:pPr defTabSz="914400">
              <a:lnSpc>
                <a:spcPts val="1919"/>
              </a:lnSpc>
              <a:tabLst>
                <a:tab pos="0" algn="l"/>
              </a:tabLst>
            </a:pPr>
            <a:r>
              <a:rPr lang="en-US" sz="1600" b="0" u="none" strike="noStrike">
                <a:solidFill>
                  <a:srgbClr val="9DA7B3"/>
                </a:solidFill>
                <a:effectLst/>
                <a:uFillTx/>
                <a:latin typeface="Courier New"/>
                <a:ea typeface="Courier New"/>
              </a:rPr>
              <a:t>  push:</a:t>
            </a:r>
            <a:endParaRPr lang="en-US" sz="1600" b="0" u="none" strike="noStrike">
              <a:solidFill>
                <a:srgbClr val="000000"/>
              </a:solidFill>
              <a:effectLst/>
              <a:uFillTx/>
              <a:latin typeface="Arial"/>
            </a:endParaRPr>
          </a:p>
          <a:p>
            <a:pPr defTabSz="914400">
              <a:lnSpc>
                <a:spcPts val="1919"/>
              </a:lnSpc>
              <a:tabLst>
                <a:tab pos="0" algn="l"/>
              </a:tabLst>
            </a:pPr>
            <a:r>
              <a:rPr lang="en-US" sz="1600" b="0" u="none" strike="noStrike">
                <a:solidFill>
                  <a:srgbClr val="9DA7B3"/>
                </a:solidFill>
                <a:effectLst/>
                <a:uFillTx/>
                <a:latin typeface="Courier New"/>
                <a:ea typeface="Courier New"/>
              </a:rPr>
              <a:t>    branches:</a:t>
            </a:r>
            <a:endParaRPr lang="en-US" sz="1600" b="0" u="none" strike="noStrike">
              <a:solidFill>
                <a:srgbClr val="000000"/>
              </a:solidFill>
              <a:effectLst/>
              <a:uFillTx/>
              <a:latin typeface="Arial"/>
            </a:endParaRPr>
          </a:p>
          <a:p>
            <a:pPr defTabSz="914400">
              <a:lnSpc>
                <a:spcPts val="1919"/>
              </a:lnSpc>
              <a:tabLst>
                <a:tab pos="0" algn="l"/>
              </a:tabLst>
            </a:pPr>
            <a:r>
              <a:rPr lang="en-US" sz="1600" b="0" u="none" strike="noStrike">
                <a:solidFill>
                  <a:srgbClr val="9DA7B3"/>
                </a:solidFill>
                <a:effectLst/>
                <a:uFillTx/>
                <a:latin typeface="Courier New"/>
                <a:ea typeface="Courier New"/>
              </a:rPr>
              <a:t>      - main</a:t>
            </a:r>
            <a:endParaRPr lang="en-US" sz="1600" b="0" u="none" strike="noStrike">
              <a:solidFill>
                <a:srgbClr val="000000"/>
              </a:solidFill>
              <a:effectLst/>
              <a:uFillTx/>
              <a:latin typeface="Arial"/>
            </a:endParaRPr>
          </a:p>
          <a:p>
            <a:pPr defTabSz="914400">
              <a:lnSpc>
                <a:spcPts val="1919"/>
              </a:lnSpc>
              <a:tabLst>
                <a:tab pos="0" algn="l"/>
              </a:tabLst>
            </a:pPr>
            <a:r>
              <a:rPr lang="en-US" sz="1600" b="1" u="none" strike="noStrike">
                <a:solidFill>
                  <a:srgbClr val="56D364"/>
                </a:solidFill>
                <a:effectLst/>
                <a:highlight>
                  <a:srgbClr val="1B3A28"/>
                </a:highlight>
                <a:uFillTx/>
                <a:latin typeface="Courier New"/>
                <a:ea typeface="Courier New"/>
              </a:rPr>
              <a:t>  pull_request:</a:t>
            </a:r>
            <a:endParaRPr lang="en-US" sz="1600" b="0" u="none" strike="noStrike">
              <a:solidFill>
                <a:srgbClr val="000000"/>
              </a:solidFill>
              <a:effectLst/>
              <a:uFillTx/>
              <a:latin typeface="Arial"/>
            </a:endParaRPr>
          </a:p>
          <a:p>
            <a:pPr defTabSz="914400">
              <a:lnSpc>
                <a:spcPts val="1919"/>
              </a:lnSpc>
              <a:tabLst>
                <a:tab pos="0" algn="l"/>
              </a:tabLst>
            </a:pPr>
            <a:r>
              <a:rPr lang="en-US" sz="1600" b="1" u="none" strike="noStrike">
                <a:solidFill>
                  <a:srgbClr val="56D364"/>
                </a:solidFill>
                <a:effectLst/>
                <a:highlight>
                  <a:srgbClr val="1B3A28"/>
                </a:highlight>
                <a:uFillTx/>
                <a:latin typeface="Courier New"/>
                <a:ea typeface="Courier New"/>
              </a:rPr>
              <a:t>    branches:</a:t>
            </a:r>
            <a:endParaRPr lang="en-US" sz="1600" b="0" u="none" strike="noStrike">
              <a:solidFill>
                <a:srgbClr val="000000"/>
              </a:solidFill>
              <a:effectLst/>
              <a:uFillTx/>
              <a:latin typeface="Arial"/>
            </a:endParaRPr>
          </a:p>
          <a:p>
            <a:pPr defTabSz="914400">
              <a:lnSpc>
                <a:spcPts val="1919"/>
              </a:lnSpc>
              <a:tabLst>
                <a:tab pos="0" algn="l"/>
              </a:tabLst>
            </a:pPr>
            <a:r>
              <a:rPr lang="en-US" sz="1600" b="1" u="none" strike="noStrike">
                <a:solidFill>
                  <a:srgbClr val="56D364"/>
                </a:solidFill>
                <a:effectLst/>
                <a:highlight>
                  <a:srgbClr val="1B3A28"/>
                </a:highlight>
                <a:uFillTx/>
                <a:latin typeface="Courier New"/>
                <a:ea typeface="Courier New"/>
              </a:rPr>
              <a:t>      - main</a:t>
            </a:r>
            <a:endParaRPr lang="en-US" sz="1600" b="0" u="none" strike="noStrike">
              <a:solidFill>
                <a:srgbClr val="000000"/>
              </a:solidFill>
              <a:effectLst/>
              <a:uFillTx/>
              <a:latin typeface="Arial"/>
            </a:endParaRPr>
          </a:p>
        </p:txBody>
      </p:sp>
      <p:sp>
        <p:nvSpPr>
          <p:cNvPr id="223" name="code panel deploy"/>
          <p:cNvSpPr/>
          <p:nvPr/>
        </p:nvSpPr>
        <p:spPr>
          <a:xfrm>
            <a:off x="320040" y="3566160"/>
            <a:ext cx="8503560" cy="914040"/>
          </a:xfrm>
          <a:prstGeom prst="roundRect">
            <a:avLst>
              <a:gd name="adj" fmla="val 8000"/>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24" name="code"/>
          <p:cNvSpPr/>
          <p:nvPr/>
        </p:nvSpPr>
        <p:spPr>
          <a:xfrm>
            <a:off x="484560" y="3648600"/>
            <a:ext cx="8174520" cy="749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ts val="1919"/>
              </a:lnSpc>
              <a:tabLst>
                <a:tab pos="0" algn="l"/>
              </a:tabLst>
            </a:pPr>
            <a:r>
              <a:rPr lang="en-US" sz="1600" b="0" u="none" strike="noStrike">
                <a:solidFill>
                  <a:srgbClr val="9DA7B3"/>
                </a:solidFill>
                <a:effectLst/>
                <a:uFillTx/>
                <a:latin typeface="Courier New"/>
                <a:ea typeface="Courier New"/>
              </a:rPr>
              <a:t>  deploy:</a:t>
            </a:r>
            <a:endParaRPr lang="en-US" sz="1600" b="0" u="none" strike="noStrike">
              <a:solidFill>
                <a:srgbClr val="000000"/>
              </a:solidFill>
              <a:effectLst/>
              <a:uFillTx/>
              <a:latin typeface="Arial"/>
            </a:endParaRPr>
          </a:p>
          <a:p>
            <a:pPr defTabSz="914400">
              <a:lnSpc>
                <a:spcPts val="1919"/>
              </a:lnSpc>
              <a:tabLst>
                <a:tab pos="0" algn="l"/>
              </a:tabLst>
            </a:pPr>
            <a:r>
              <a:rPr lang="en-US" sz="1600" b="0" u="none" strike="noStrike">
                <a:solidFill>
                  <a:srgbClr val="9DA7B3"/>
                </a:solidFill>
                <a:effectLst/>
                <a:uFillTx/>
                <a:latin typeface="Courier New"/>
                <a:ea typeface="Courier New"/>
              </a:rPr>
              <a:t>    needs: run_tests</a:t>
            </a:r>
            <a:endParaRPr lang="en-US" sz="1600" b="0" u="none" strike="noStrike">
              <a:solidFill>
                <a:srgbClr val="000000"/>
              </a:solidFill>
              <a:effectLst/>
              <a:uFillTx/>
              <a:latin typeface="Arial"/>
            </a:endParaRPr>
          </a:p>
          <a:p>
            <a:pPr defTabSz="914400">
              <a:lnSpc>
                <a:spcPts val="1919"/>
              </a:lnSpc>
              <a:tabLst>
                <a:tab pos="0" algn="l"/>
              </a:tabLst>
            </a:pPr>
            <a:r>
              <a:rPr lang="en-US" sz="1600" b="1" u="none" strike="noStrike">
                <a:solidFill>
                  <a:srgbClr val="56D364"/>
                </a:solidFill>
                <a:effectLst/>
                <a:highlight>
                  <a:srgbClr val="1B3A28"/>
                </a:highlight>
                <a:uFillTx/>
                <a:latin typeface="Courier New"/>
                <a:ea typeface="Courier New"/>
              </a:rPr>
              <a:t>    if: github.ref == 'refs/heads/main'</a:t>
            </a:r>
            <a:endParaRPr lang="en-US" sz="1600" b="0" u="none" strike="noStrike">
              <a:solidFill>
                <a:srgbClr val="000000"/>
              </a:solidFill>
              <a:effectLst/>
              <a:uFillTx/>
              <a:latin typeface="Arial"/>
            </a:endParaRPr>
          </a:p>
        </p:txBody>
      </p:sp>
      <p:sp>
        <p:nvSpPr>
          <p:cNvPr id="225" name="Text 6"/>
          <p:cNvSpPr/>
          <p:nvPr/>
        </p:nvSpPr>
        <p:spPr>
          <a:xfrm>
            <a:off x="320040" y="4544640"/>
            <a:ext cx="7954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chemeClr val="accent6"/>
                </a:solidFill>
                <a:effectLst/>
                <a:uFillTx/>
                <a:latin typeface="Calibri"/>
              </a:rPr>
              <a:t>github.ref: the branch or pull request this run belongs to.</a:t>
            </a:r>
            <a:endParaRPr lang="en-US" sz="1400" b="0" u="none" strike="noStrike">
              <a:solidFill>
                <a:srgbClr val="000000"/>
              </a:solidFill>
              <a:effectLst/>
              <a:uFillTx/>
              <a:latin typeface="Arial"/>
            </a:endParaRPr>
          </a:p>
        </p:txBody>
      </p:sp>
      <p:sp>
        <p:nvSpPr>
          <p:cNvPr id="226" name="PlaceHolder 2"/>
          <p:cNvSpPr>
            <a:spLocks noGrp="1"/>
          </p:cNvSpPr>
          <p:nvPr>
            <p:ph type="sldNum" idx="29"/>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92DBD6A9-3144-48F2-8540-1231668B7266}" type="slidenum">
              <a:rPr lang="en-US" sz="1000" b="0" u="none" strike="noStrike">
                <a:solidFill>
                  <a:schemeClr val="accent6"/>
                </a:solidFill>
                <a:effectLst/>
                <a:uFillTx/>
                <a:latin typeface="Calibri"/>
              </a:rPr>
              <a:t>23</a:t>
            </a:fld>
            <a:endParaRPr lang="en-US" sz="1000" b="0" u="none" strike="noStrike">
              <a:solidFill>
                <a:srgbClr val="000000"/>
              </a:solidFill>
              <a:effectLst/>
              <a:uFillTx/>
              <a:latin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Three steps</a:t>
            </a:r>
          </a:p>
        </p:txBody>
      </p:sp>
      <p:sp>
        <p:nvSpPr>
          <p:cNvPr id="228" name="Text 1"/>
          <p:cNvSpPr/>
          <p:nvPr/>
        </p:nvSpPr>
        <p:spPr>
          <a:xfrm>
            <a:off x="548640" y="1143000"/>
            <a:ext cx="804636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chemeClr val="dk1"/>
                </a:solidFill>
                <a:effectLst/>
                <a:uFillTx/>
                <a:latin typeface="Calibri"/>
              </a:rPr>
              <a:t>Three steps, one file.</a:t>
            </a:r>
            <a:endParaRPr lang="en-US" sz="3200" b="0" u="none" strike="noStrike">
              <a:solidFill>
                <a:srgbClr val="000000"/>
              </a:solidFill>
              <a:effectLst/>
              <a:uFillTx/>
              <a:latin typeface="Arial"/>
            </a:endParaRPr>
          </a:p>
        </p:txBody>
      </p:sp>
      <p:sp>
        <p:nvSpPr>
          <p:cNvPr id="229" name="step 1"/>
          <p:cNvSpPr/>
          <p:nvPr/>
        </p:nvSpPr>
        <p:spPr>
          <a:xfrm>
            <a:off x="548640" y="1920240"/>
            <a:ext cx="8046360" cy="621360"/>
          </a:xfrm>
          <a:prstGeom prst="roundRect">
            <a:avLst>
              <a:gd name="adj" fmla="val 11765"/>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0" name="badge 1"/>
          <p:cNvSpPr/>
          <p:nvPr/>
        </p:nvSpPr>
        <p:spPr>
          <a:xfrm>
            <a:off x="731520" y="200268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31" name="Text 4"/>
          <p:cNvSpPr/>
          <p:nvPr/>
        </p:nvSpPr>
        <p:spPr>
          <a:xfrm>
            <a:off x="731520" y="200268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chemeClr val="lt1"/>
                </a:solidFill>
                <a:effectLst/>
                <a:uFillTx/>
                <a:latin typeface="Calibri"/>
              </a:rPr>
              <a:t>1</a:t>
            </a:r>
            <a:endParaRPr lang="en-US" sz="2000" b="0" u="none" strike="noStrike">
              <a:solidFill>
                <a:srgbClr val="000000"/>
              </a:solidFill>
              <a:effectLst/>
              <a:uFillTx/>
              <a:latin typeface="Arial"/>
            </a:endParaRPr>
          </a:p>
        </p:txBody>
      </p:sp>
      <p:sp>
        <p:nvSpPr>
          <p:cNvPr id="232" name="Text 5"/>
          <p:cNvSpPr/>
          <p:nvPr/>
        </p:nvSpPr>
        <p:spPr>
          <a:xfrm>
            <a:off x="1417320" y="1920240"/>
            <a:ext cx="704052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a:solidFill>
                  <a:schemeClr val="dk1"/>
                </a:solidFill>
                <a:effectLst/>
                <a:uFillTx/>
                <a:latin typeface="Calibri"/>
              </a:rPr>
              <a:t>A </a:t>
            </a:r>
            <a:r>
              <a:rPr lang="en-US" sz="2000" b="1" u="none" strike="noStrike">
                <a:solidFill>
                  <a:schemeClr val="dk1"/>
                </a:solidFill>
                <a:effectLst/>
                <a:uFillTx/>
                <a:latin typeface="Courier New"/>
                <a:ea typeface="Courier New"/>
              </a:rPr>
              <a:t>deploy</a:t>
            </a:r>
            <a:r>
              <a:rPr lang="en-US" sz="2200" b="1" u="none" strike="noStrike">
                <a:solidFill>
                  <a:schemeClr val="dk1"/>
                </a:solidFill>
                <a:effectLst/>
                <a:uFillTx/>
                <a:latin typeface="Calibri"/>
                <a:ea typeface="Courier New"/>
              </a:rPr>
              <a:t> job.</a:t>
            </a:r>
            <a:endParaRPr lang="en-US" sz="2200" b="0" u="none" strike="noStrike">
              <a:solidFill>
                <a:srgbClr val="000000"/>
              </a:solidFill>
              <a:effectLst/>
              <a:uFillTx/>
              <a:latin typeface="Arial"/>
            </a:endParaRPr>
          </a:p>
        </p:txBody>
      </p:sp>
      <p:sp>
        <p:nvSpPr>
          <p:cNvPr id="233" name="step 2"/>
          <p:cNvSpPr/>
          <p:nvPr/>
        </p:nvSpPr>
        <p:spPr>
          <a:xfrm>
            <a:off x="548640" y="2651760"/>
            <a:ext cx="8046360" cy="621360"/>
          </a:xfrm>
          <a:prstGeom prst="roundRect">
            <a:avLst>
              <a:gd name="adj" fmla="val 11765"/>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4" name="badge 2"/>
          <p:cNvSpPr/>
          <p:nvPr/>
        </p:nvSpPr>
        <p:spPr>
          <a:xfrm>
            <a:off x="731520" y="273420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35" name="Text 8"/>
          <p:cNvSpPr/>
          <p:nvPr/>
        </p:nvSpPr>
        <p:spPr>
          <a:xfrm>
            <a:off x="731520" y="273420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chemeClr val="lt1"/>
                </a:solidFill>
                <a:effectLst/>
                <a:uFillTx/>
                <a:latin typeface="Calibri"/>
              </a:rPr>
              <a:t>2</a:t>
            </a:r>
            <a:endParaRPr lang="en-US" sz="2000" b="0" u="none" strike="noStrike">
              <a:solidFill>
                <a:srgbClr val="000000"/>
              </a:solidFill>
              <a:effectLst/>
              <a:uFillTx/>
              <a:latin typeface="Arial"/>
            </a:endParaRPr>
          </a:p>
        </p:txBody>
      </p:sp>
      <p:sp>
        <p:nvSpPr>
          <p:cNvPr id="236" name="Text 9"/>
          <p:cNvSpPr/>
          <p:nvPr/>
        </p:nvSpPr>
        <p:spPr>
          <a:xfrm>
            <a:off x="1417320" y="2651760"/>
            <a:ext cx="704052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a:solidFill>
                  <a:schemeClr val="dk1"/>
                </a:solidFill>
                <a:effectLst/>
                <a:uFillTx/>
                <a:latin typeface="Calibri"/>
              </a:rPr>
              <a:t>An index page.</a:t>
            </a:r>
            <a:endParaRPr lang="en-US" sz="2200" b="0" u="none" strike="noStrike">
              <a:solidFill>
                <a:srgbClr val="000000"/>
              </a:solidFill>
              <a:effectLst/>
              <a:uFillTx/>
              <a:latin typeface="Arial"/>
            </a:endParaRPr>
          </a:p>
        </p:txBody>
      </p:sp>
      <p:sp>
        <p:nvSpPr>
          <p:cNvPr id="237" name="step 3"/>
          <p:cNvSpPr/>
          <p:nvPr/>
        </p:nvSpPr>
        <p:spPr>
          <a:xfrm>
            <a:off x="548640" y="3383280"/>
            <a:ext cx="8046360" cy="621360"/>
          </a:xfrm>
          <a:prstGeom prst="roundRect">
            <a:avLst>
              <a:gd name="adj" fmla="val 11765"/>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8" name="badge 3"/>
          <p:cNvSpPr/>
          <p:nvPr/>
        </p:nvSpPr>
        <p:spPr>
          <a:xfrm>
            <a:off x="731520" y="346572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39" name="Text 12"/>
          <p:cNvSpPr/>
          <p:nvPr/>
        </p:nvSpPr>
        <p:spPr>
          <a:xfrm>
            <a:off x="731520" y="346572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chemeClr val="lt1"/>
                </a:solidFill>
                <a:effectLst/>
                <a:uFillTx/>
                <a:latin typeface="Calibri"/>
              </a:rPr>
              <a:t>3</a:t>
            </a:r>
            <a:endParaRPr lang="en-US" sz="2000" b="0" u="none" strike="noStrike">
              <a:solidFill>
                <a:srgbClr val="000000"/>
              </a:solidFill>
              <a:effectLst/>
              <a:uFillTx/>
              <a:latin typeface="Arial"/>
            </a:endParaRPr>
          </a:p>
        </p:txBody>
      </p:sp>
      <p:sp>
        <p:nvSpPr>
          <p:cNvPr id="240" name="Text 13"/>
          <p:cNvSpPr/>
          <p:nvPr/>
        </p:nvSpPr>
        <p:spPr>
          <a:xfrm>
            <a:off x="1417320" y="3383280"/>
            <a:ext cx="704052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u="none" strike="noStrike">
                <a:solidFill>
                  <a:schemeClr val="dk1"/>
                </a:solidFill>
                <a:effectLst/>
                <a:uFillTx/>
                <a:latin typeface="Calibri"/>
              </a:rPr>
              <a:t>Deploy only from </a:t>
            </a:r>
            <a:r>
              <a:rPr lang="en-US" sz="2000" b="1" u="none" strike="noStrike">
                <a:solidFill>
                  <a:schemeClr val="dk1"/>
                </a:solidFill>
                <a:effectLst/>
                <a:uFillTx/>
                <a:latin typeface="Courier New"/>
                <a:ea typeface="Courier New"/>
              </a:rPr>
              <a:t>main</a:t>
            </a:r>
            <a:r>
              <a:rPr lang="en-US" sz="2200" b="1" u="none" strike="noStrike">
                <a:solidFill>
                  <a:schemeClr val="dk1"/>
                </a:solidFill>
                <a:effectLst/>
                <a:uFillTx/>
                <a:latin typeface="Calibri"/>
                <a:ea typeface="Courier New"/>
              </a:rPr>
              <a:t>, with a pull request.</a:t>
            </a:r>
            <a:endParaRPr lang="en-US" sz="2200" b="0" u="none" strike="noStrike">
              <a:solidFill>
                <a:srgbClr val="000000"/>
              </a:solidFill>
              <a:effectLst/>
              <a:uFillTx/>
              <a:latin typeface="Arial"/>
            </a:endParaRPr>
          </a:p>
        </p:txBody>
      </p:sp>
      <p:sp>
        <p:nvSpPr>
          <p:cNvPr id="241" name="Text 14"/>
          <p:cNvSpPr/>
          <p:nvPr/>
        </p:nvSpPr>
        <p:spPr>
          <a:xfrm>
            <a:off x="548640" y="4114800"/>
            <a:ext cx="80463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400" b="1" u="none" strike="noStrike">
                <a:solidFill>
                  <a:schemeClr val="accent2"/>
                </a:solidFill>
                <a:effectLst/>
                <a:uFillTx/>
                <a:latin typeface="Calibri"/>
              </a:rPr>
              <a:t>Write each one yourself, push, watch the run.</a:t>
            </a:r>
            <a:endParaRPr lang="en-US" sz="2400" b="0" u="none" strike="noStrike">
              <a:solidFill>
                <a:srgbClr val="000000"/>
              </a:solidFill>
              <a:effectLst/>
              <a:uFillTx/>
              <a:latin typeface="Arial"/>
            </a:endParaRPr>
          </a:p>
        </p:txBody>
      </p:sp>
      <p:sp>
        <p:nvSpPr>
          <p:cNvPr id="242" name="PlaceHolder 2"/>
          <p:cNvSpPr>
            <a:spLocks noGrp="1"/>
          </p:cNvSpPr>
          <p:nvPr>
            <p:ph type="sldNum" idx="30"/>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AF20EB37-5220-486E-893E-A8B77AB4EC9C}" type="slidenum">
              <a:rPr lang="en-US" sz="1000" b="0" u="none" strike="noStrike">
                <a:solidFill>
                  <a:schemeClr val="accent6"/>
                </a:solidFill>
                <a:effectLst/>
                <a:uFillTx/>
                <a:latin typeface="Calibri"/>
              </a:rPr>
              <a:t>24</a:t>
            </a:fld>
            <a:endParaRPr lang="en-US" sz="1000" b="0" u="none" strike="noStrike">
              <a:solidFill>
                <a:srgbClr val="000000"/>
              </a:solidFill>
              <a:effectLst/>
              <a:uFillTx/>
              <a:latin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Where to look</a:t>
            </a:r>
          </a:p>
        </p:txBody>
      </p:sp>
      <p:sp>
        <p:nvSpPr>
          <p:cNvPr id="244" name="box Your earlier steps"/>
          <p:cNvSpPr/>
          <p:nvPr/>
        </p:nvSpPr>
        <p:spPr>
          <a:xfrm>
            <a:off x="548640" y="1188720"/>
            <a:ext cx="2468520" cy="914040"/>
          </a:xfrm>
          <a:prstGeom prst="roundRect">
            <a:avLst>
              <a:gd name="adj" fmla="val 8000"/>
            </a:avLst>
          </a:prstGeom>
          <a:solidFill>
            <a:srgbClr val="1A7F3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45" name="Text 2"/>
          <p:cNvSpPr/>
          <p:nvPr/>
        </p:nvSpPr>
        <p:spPr>
          <a:xfrm>
            <a:off x="640080" y="1188720"/>
            <a:ext cx="22856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chemeClr val="lt1"/>
                </a:solidFill>
                <a:effectLst/>
                <a:uFillTx/>
                <a:latin typeface="Calibri"/>
              </a:rPr>
              <a:t>Your earlier steps</a:t>
            </a:r>
            <a:endParaRPr lang="en-US" sz="2000" b="0" u="none" strike="noStrike">
              <a:solidFill>
                <a:srgbClr val="000000"/>
              </a:solidFill>
              <a:effectLst/>
              <a:uFillTx/>
              <a:latin typeface="Arial"/>
            </a:endParaRPr>
          </a:p>
        </p:txBody>
      </p:sp>
      <p:sp>
        <p:nvSpPr>
          <p:cNvPr id="246" name="arrow"/>
          <p:cNvSpPr/>
          <p:nvPr/>
        </p:nvSpPr>
        <p:spPr>
          <a:xfrm>
            <a:off x="3054240" y="1499760"/>
            <a:ext cx="273960" cy="292320"/>
          </a:xfrm>
          <a:prstGeom prst="rightArrow">
            <a:avLst>
              <a:gd name="adj1" fmla="val 50000"/>
              <a:gd name="adj2" fmla="val 50000"/>
            </a:avLst>
          </a:prstGeom>
          <a:solidFill>
            <a:schemeClr val="accent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47" name="box The docs"/>
          <p:cNvSpPr/>
          <p:nvPr/>
        </p:nvSpPr>
        <p:spPr>
          <a:xfrm>
            <a:off x="3337560" y="1188720"/>
            <a:ext cx="2468520" cy="914040"/>
          </a:xfrm>
          <a:prstGeom prst="roundRect">
            <a:avLst>
              <a:gd name="adj" fmla="val 8000"/>
            </a:avLst>
          </a:prstGeom>
          <a:solidFill>
            <a:srgbClr val="1A7F3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48" name="Text 5"/>
          <p:cNvSpPr/>
          <p:nvPr/>
        </p:nvSpPr>
        <p:spPr>
          <a:xfrm>
            <a:off x="3429000" y="1188720"/>
            <a:ext cx="22856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chemeClr val="lt1"/>
                </a:solidFill>
                <a:effectLst/>
                <a:uFillTx/>
                <a:latin typeface="Calibri"/>
              </a:rPr>
              <a:t>The docs</a:t>
            </a:r>
            <a:endParaRPr lang="en-US" sz="2000" b="0" u="none" strike="noStrike">
              <a:solidFill>
                <a:srgbClr val="000000"/>
              </a:solidFill>
              <a:effectLst/>
              <a:uFillTx/>
              <a:latin typeface="Arial"/>
            </a:endParaRPr>
          </a:p>
        </p:txBody>
      </p:sp>
      <p:sp>
        <p:nvSpPr>
          <p:cNvPr id="249" name="arrow"/>
          <p:cNvSpPr/>
          <p:nvPr/>
        </p:nvSpPr>
        <p:spPr>
          <a:xfrm>
            <a:off x="5843160" y="1499760"/>
            <a:ext cx="273960" cy="292320"/>
          </a:xfrm>
          <a:prstGeom prst="rightArrow">
            <a:avLst>
              <a:gd name="adj1" fmla="val 50000"/>
              <a:gd name="adj2" fmla="val 50000"/>
            </a:avLst>
          </a:prstGeom>
          <a:solidFill>
            <a:schemeClr val="accent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50" name="box Raise your hand"/>
          <p:cNvSpPr/>
          <p:nvPr/>
        </p:nvSpPr>
        <p:spPr>
          <a:xfrm>
            <a:off x="6126480" y="1188720"/>
            <a:ext cx="2468520" cy="914040"/>
          </a:xfrm>
          <a:prstGeom prst="roundRect">
            <a:avLst>
              <a:gd name="adj" fmla="val 8000"/>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51" name="Text 8"/>
          <p:cNvSpPr/>
          <p:nvPr/>
        </p:nvSpPr>
        <p:spPr>
          <a:xfrm>
            <a:off x="6217920" y="1188720"/>
            <a:ext cx="22856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chemeClr val="lt1"/>
                </a:solidFill>
                <a:effectLst/>
                <a:uFillTx/>
                <a:latin typeface="Calibri"/>
              </a:rPr>
              <a:t>Raise your hand</a:t>
            </a:r>
            <a:endParaRPr lang="en-US" sz="2000" b="0" u="none" strike="noStrike">
              <a:solidFill>
                <a:srgbClr val="000000"/>
              </a:solidFill>
              <a:effectLst/>
              <a:uFillTx/>
              <a:latin typeface="Arial"/>
            </a:endParaRPr>
          </a:p>
        </p:txBody>
      </p:sp>
      <p:sp>
        <p:nvSpPr>
          <p:cNvPr id="252" name="docs pages"/>
          <p:cNvSpPr/>
          <p:nvPr/>
        </p:nvSpPr>
        <p:spPr>
          <a:xfrm>
            <a:off x="548640" y="2331720"/>
            <a:ext cx="8046360" cy="1599840"/>
          </a:xfrm>
          <a:prstGeom prst="roundRect">
            <a:avLst>
              <a:gd name="adj" fmla="val 4571"/>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3" name="Text 10"/>
          <p:cNvSpPr/>
          <p:nvPr/>
        </p:nvSpPr>
        <p:spPr>
          <a:xfrm>
            <a:off x="822960" y="2395800"/>
            <a:ext cx="74977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1" u="none" strike="noStrike">
                <a:solidFill>
                  <a:schemeClr val="accent6"/>
                </a:solidFill>
                <a:effectLst/>
                <a:uFillTx/>
                <a:latin typeface="Calibri"/>
              </a:rPr>
              <a:t>Docs pages</a:t>
            </a:r>
            <a:endParaRPr lang="en-US" sz="1400" b="0" u="none" strike="noStrike">
              <a:solidFill>
                <a:srgbClr val="000000"/>
              </a:solidFill>
              <a:effectLst/>
              <a:uFillTx/>
              <a:latin typeface="Arial"/>
            </a:endParaRPr>
          </a:p>
        </p:txBody>
      </p:sp>
      <p:sp>
        <p:nvSpPr>
          <p:cNvPr id="254" name="Text 11"/>
          <p:cNvSpPr/>
          <p:nvPr/>
        </p:nvSpPr>
        <p:spPr>
          <a:xfrm>
            <a:off x="822960" y="2743200"/>
            <a:ext cx="749772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defTabSz="914400">
              <a:lnSpc>
                <a:spcPct val="100000"/>
              </a:lnSpc>
              <a:spcAft>
                <a:spcPts val="400"/>
              </a:spcAft>
              <a:buClr>
                <a:srgbClr val="161B22"/>
              </a:buClr>
              <a:buFont typeface="Symbol" charset="2"/>
              <a:buChar char=""/>
            </a:pPr>
            <a:r>
              <a:rPr lang="en-US" sz="1800" b="1" u="none" strike="noStrike">
                <a:solidFill>
                  <a:schemeClr val="dk1"/>
                </a:solidFill>
                <a:effectLst/>
                <a:uFillTx/>
                <a:latin typeface="Calibri"/>
              </a:rPr>
              <a:t>Using custom workflows with GitHub Pages</a:t>
            </a:r>
            <a:endParaRPr lang="en-US" sz="1800" b="0" u="none" strike="noStrike">
              <a:solidFill>
                <a:srgbClr val="000000"/>
              </a:solidFill>
              <a:effectLst/>
              <a:uFillTx/>
              <a:latin typeface="Arial"/>
            </a:endParaRPr>
          </a:p>
          <a:p>
            <a:pPr marL="177840" indent="-177840" defTabSz="914400">
              <a:lnSpc>
                <a:spcPct val="100000"/>
              </a:lnSpc>
              <a:spcAft>
                <a:spcPts val="400"/>
              </a:spcAft>
              <a:buClr>
                <a:srgbClr val="161B22"/>
              </a:buClr>
              <a:buFont typeface="Symbol" charset="2"/>
              <a:buChar char=""/>
            </a:pPr>
            <a:r>
              <a:rPr lang="en-US" sz="1800" b="1" u="none" strike="noStrike">
                <a:solidFill>
                  <a:schemeClr val="dk1"/>
                </a:solidFill>
                <a:effectLst/>
                <a:uFillTx/>
                <a:latin typeface="Calibri"/>
              </a:rPr>
              <a:t>Configuring a publishing source for your GitHub Pages site</a:t>
            </a:r>
            <a:endParaRPr lang="en-US" sz="1800" b="0" u="none" strike="noStrike">
              <a:solidFill>
                <a:srgbClr val="000000"/>
              </a:solidFill>
              <a:effectLst/>
              <a:uFillTx/>
              <a:latin typeface="Arial"/>
            </a:endParaRPr>
          </a:p>
          <a:p>
            <a:pPr marL="177840" indent="-177840" defTabSz="914400">
              <a:lnSpc>
                <a:spcPct val="100000"/>
              </a:lnSpc>
              <a:spcAft>
                <a:spcPts val="400"/>
              </a:spcAft>
              <a:buClr>
                <a:srgbClr val="161B22"/>
              </a:buClr>
              <a:buFont typeface="Symbol" charset="2"/>
              <a:buChar char=""/>
            </a:pPr>
            <a:r>
              <a:rPr lang="en-US" sz="1800" b="1" u="none" strike="noStrike">
                <a:solidFill>
                  <a:schemeClr val="dk1"/>
                </a:solidFill>
                <a:effectLst/>
                <a:uFillTx/>
                <a:latin typeface="Calibri"/>
              </a:rPr>
              <a:t>Workflow syntax for GitHub Actions</a:t>
            </a:r>
            <a:endParaRPr lang="en-US" sz="1800" b="0" u="none" strike="noStrike">
              <a:solidFill>
                <a:srgbClr val="000000"/>
              </a:solidFill>
              <a:effectLst/>
              <a:uFillTx/>
              <a:latin typeface="Arial"/>
            </a:endParaRPr>
          </a:p>
        </p:txBody>
      </p:sp>
      <p:sp>
        <p:nvSpPr>
          <p:cNvPr id="255" name="Text 12"/>
          <p:cNvSpPr/>
          <p:nvPr/>
        </p:nvSpPr>
        <p:spPr>
          <a:xfrm>
            <a:off x="548640" y="4114800"/>
            <a:ext cx="80463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chemeClr val="accent2"/>
                </a:solidFill>
                <a:effectLst/>
                <a:uFillTx/>
                <a:latin typeface="Calibri"/>
              </a:rPr>
              <a:t>Paste only what you can explain.</a:t>
            </a:r>
            <a:endParaRPr lang="en-US" sz="2600" b="0" u="none" strike="noStrike">
              <a:solidFill>
                <a:srgbClr val="000000"/>
              </a:solidFill>
              <a:effectLst/>
              <a:uFillTx/>
              <a:latin typeface="Arial"/>
            </a:endParaRPr>
          </a:p>
        </p:txBody>
      </p:sp>
      <p:sp>
        <p:nvSpPr>
          <p:cNvPr id="256" name="PlaceHolder 2"/>
          <p:cNvSpPr>
            <a:spLocks noGrp="1"/>
          </p:cNvSpPr>
          <p:nvPr>
            <p:ph type="sldNum" idx="31"/>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B9484623-9960-4932-9400-CA9B9EF16F80}" type="slidenum">
              <a:rPr lang="en-US" sz="1000" b="0" u="none" strike="noStrike">
                <a:solidFill>
                  <a:schemeClr val="accent6"/>
                </a:solidFill>
                <a:effectLst/>
                <a:uFillTx/>
                <a:latin typeface="Calibri"/>
              </a:rPr>
              <a:t>25</a:t>
            </a:fld>
            <a:endParaRPr lang="en-US" sz="1000" b="0" u="none" strike="noStrike">
              <a:solidFill>
                <a:srgbClr val="000000"/>
              </a:solidFill>
              <a:effectLst/>
              <a:uFillTx/>
              <a:latin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A red run is information</a:t>
            </a:r>
          </a:p>
        </p:txBody>
      </p:sp>
      <p:sp>
        <p:nvSpPr>
          <p:cNvPr id="258" name="Text 1"/>
          <p:cNvSpPr/>
          <p:nvPr/>
        </p:nvSpPr>
        <p:spPr>
          <a:xfrm>
            <a:off x="548640" y="1188720"/>
            <a:ext cx="804636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chemeClr val="dk1"/>
                </a:solidFill>
                <a:effectLst/>
                <a:uFillTx/>
                <a:latin typeface="Calibri"/>
              </a:rPr>
              <a:t>Read the log before you change anything.</a:t>
            </a:r>
            <a:endParaRPr lang="en-US" sz="2800" b="0" u="none" strike="noStrike">
              <a:solidFill>
                <a:srgbClr val="000000"/>
              </a:solidFill>
              <a:effectLst/>
              <a:uFillTx/>
              <a:latin typeface="Arial"/>
            </a:endParaRPr>
          </a:p>
        </p:txBody>
      </p:sp>
      <p:sp>
        <p:nvSpPr>
          <p:cNvPr id="259" name="Text 2"/>
          <p:cNvSpPr/>
          <p:nvPr/>
        </p:nvSpPr>
        <p:spPr>
          <a:xfrm>
            <a:off x="548640" y="1920240"/>
            <a:ext cx="804636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chemeClr val="accent2"/>
                </a:solidFill>
                <a:effectLst/>
                <a:uFillTx/>
                <a:latin typeface="Calibri"/>
              </a:rPr>
              <a:t>Change one thing at a time.</a:t>
            </a:r>
            <a:endParaRPr lang="en-US" sz="2800" b="0" u="none" strike="noStrike">
              <a:solidFill>
                <a:srgbClr val="000000"/>
              </a:solidFill>
              <a:effectLst/>
              <a:uFillTx/>
              <a:latin typeface="Arial"/>
            </a:endParaRPr>
          </a:p>
        </p:txBody>
      </p:sp>
      <p:sp>
        <p:nvSpPr>
          <p:cNvPr id="260" name="test output banner"/>
          <p:cNvSpPr/>
          <p:nvPr/>
        </p:nvSpPr>
        <p:spPr>
          <a:xfrm>
            <a:off x="548640" y="3017520"/>
            <a:ext cx="8046360" cy="1279800"/>
          </a:xfrm>
          <a:prstGeom prst="roundRect">
            <a:avLst>
              <a:gd name="adj" fmla="val 5714"/>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61" name="Text 4"/>
          <p:cNvSpPr/>
          <p:nvPr/>
        </p:nvSpPr>
        <p:spPr>
          <a:xfrm>
            <a:off x="822960" y="3017520"/>
            <a:ext cx="749772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400" b="1" u="none" strike="noStrike">
                <a:solidFill>
                  <a:schemeClr val="lt1"/>
                </a:solidFill>
                <a:effectLst/>
                <a:uFillTx/>
                <a:latin typeface="Calibri"/>
              </a:rPr>
              <a:t>Red job, then red step: read its last lines.</a:t>
            </a:r>
            <a:endParaRPr lang="en-US" sz="2400" b="0" u="none" strike="noStrike">
              <a:solidFill>
                <a:srgbClr val="000000"/>
              </a:solidFill>
              <a:effectLst/>
              <a:uFillTx/>
              <a:latin typeface="Arial"/>
            </a:endParaRPr>
          </a:p>
        </p:txBody>
      </p:sp>
      <p:sp>
        <p:nvSpPr>
          <p:cNvPr id="262" name="PlaceHolder 2"/>
          <p:cNvSpPr>
            <a:spLocks noGrp="1"/>
          </p:cNvSpPr>
          <p:nvPr>
            <p:ph type="sldNum" idx="32"/>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939E4C5A-AFFD-499C-B295-3FF3AF0F87DF}" type="slidenum">
              <a:rPr lang="en-US" sz="1000" b="0" u="none" strike="noStrike">
                <a:solidFill>
                  <a:schemeClr val="accent6"/>
                </a:solidFill>
                <a:effectLst/>
                <a:uFillTx/>
                <a:latin typeface="Calibri"/>
              </a:rPr>
              <a:t>26</a:t>
            </a:fld>
            <a:endParaRPr lang="en-US" sz="1000" b="0" u="none" strike="noStrike">
              <a:solidFill>
                <a:srgbClr val="000000"/>
              </a:solidFill>
              <a:effectLst/>
              <a:uFillTx/>
              <a:latin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Step 1</a:t>
            </a:r>
          </a:p>
        </p:txBody>
      </p:sp>
      <p:sp>
        <p:nvSpPr>
          <p:cNvPr id="264" name="requirement"/>
          <p:cNvSpPr/>
          <p:nvPr/>
        </p:nvSpPr>
        <p:spPr>
          <a:xfrm>
            <a:off x="548640" y="1280160"/>
            <a:ext cx="8046360" cy="3291480"/>
          </a:xfrm>
          <a:prstGeom prst="roundRect">
            <a:avLst>
              <a:gd name="adj" fmla="val 2222"/>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65" name="requirement bar"/>
          <p:cNvSpPr/>
          <p:nvPr/>
        </p:nvSpPr>
        <p:spPr>
          <a:xfrm>
            <a:off x="548640" y="1280160"/>
            <a:ext cx="91080" cy="32914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66" name="Text 3"/>
          <p:cNvSpPr/>
          <p:nvPr/>
        </p:nvSpPr>
        <p:spPr>
          <a:xfrm>
            <a:off x="914400" y="1371600"/>
            <a:ext cx="7497720" cy="3108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spcAft>
                <a:spcPts val="799"/>
              </a:spcAft>
              <a:tabLst>
                <a:tab pos="0" algn="l"/>
              </a:tabLst>
            </a:pPr>
            <a:r>
              <a:rPr lang="en-US" sz="2100" b="0" u="none" strike="noStrike">
                <a:solidFill>
                  <a:schemeClr val="dk1"/>
                </a:solidFill>
                <a:effectLst/>
                <a:uFillTx/>
                <a:latin typeface="Calibri"/>
              </a:rPr>
              <a:t>Add a </a:t>
            </a:r>
            <a:r>
              <a:rPr lang="en-US" sz="2100" b="0" u="none" strike="noStrike">
                <a:solidFill>
                  <a:schemeClr val="dk1"/>
                </a:solidFill>
                <a:effectLst/>
                <a:uFillTx/>
                <a:latin typeface="Courier New"/>
                <a:ea typeface="Courier New"/>
              </a:rPr>
              <a:t>deploy</a:t>
            </a:r>
            <a:r>
              <a:rPr lang="en-US" sz="2100" b="0" u="none" strike="noStrike">
                <a:solidFill>
                  <a:schemeClr val="dk1"/>
                </a:solidFill>
                <a:effectLst/>
                <a:uFillTx/>
                <a:latin typeface="Calibri"/>
                <a:ea typeface="Courier New"/>
              </a:rPr>
              <a:t> job.</a:t>
            </a:r>
            <a:endParaRPr lang="en-US" sz="2100" b="0" u="none" strike="noStrike">
              <a:solidFill>
                <a:srgbClr val="000000"/>
              </a:solidFill>
              <a:effectLst/>
              <a:uFillTx/>
              <a:latin typeface="Arial"/>
            </a:endParaRPr>
          </a:p>
          <a:p>
            <a:pPr defTabSz="914400">
              <a:lnSpc>
                <a:spcPct val="100000"/>
              </a:lnSpc>
              <a:spcAft>
                <a:spcPts val="799"/>
              </a:spcAft>
              <a:tabLst>
                <a:tab pos="0" algn="l"/>
              </a:tabLst>
            </a:pPr>
            <a:r>
              <a:rPr lang="en-US" sz="2100" b="0" u="none" strike="noStrike">
                <a:solidFill>
                  <a:schemeClr val="dk1"/>
                </a:solidFill>
                <a:effectLst/>
                <a:uFillTx/>
                <a:latin typeface="Calibri"/>
                <a:ea typeface="Courier New"/>
              </a:rPr>
              <a:t>It waits for </a:t>
            </a:r>
            <a:r>
              <a:rPr lang="en-US" sz="2100" b="0" u="none" strike="noStrike">
                <a:solidFill>
                  <a:schemeClr val="dk1"/>
                </a:solidFill>
                <a:effectLst/>
                <a:uFillTx/>
                <a:latin typeface="Courier New"/>
                <a:ea typeface="Courier New"/>
              </a:rPr>
              <a:t>run_tests</a:t>
            </a:r>
            <a:r>
              <a:rPr lang="en-US" sz="2100" b="0" u="none" strike="noStrike">
                <a:solidFill>
                  <a:schemeClr val="dk1"/>
                </a:solidFill>
                <a:effectLst/>
                <a:uFillTx/>
                <a:latin typeface="Calibri"/>
                <a:ea typeface="Courier New"/>
              </a:rPr>
              <a:t>.</a:t>
            </a:r>
            <a:endParaRPr lang="en-US" sz="2100" b="0" u="none" strike="noStrike">
              <a:solidFill>
                <a:srgbClr val="000000"/>
              </a:solidFill>
              <a:effectLst/>
              <a:uFillTx/>
              <a:latin typeface="Arial"/>
            </a:endParaRPr>
          </a:p>
          <a:p>
            <a:pPr defTabSz="914400">
              <a:lnSpc>
                <a:spcPct val="100000"/>
              </a:lnSpc>
              <a:spcAft>
                <a:spcPts val="799"/>
              </a:spcAft>
              <a:tabLst>
                <a:tab pos="0" algn="l"/>
              </a:tabLst>
            </a:pPr>
            <a:r>
              <a:rPr lang="en-US" sz="2100" b="0" u="none" strike="noStrike">
                <a:solidFill>
                  <a:schemeClr val="dk1"/>
                </a:solidFill>
                <a:effectLst/>
                <a:uFillTx/>
                <a:latin typeface="Calibri"/>
                <a:ea typeface="Courier New"/>
              </a:rPr>
              <a:t>It downloads the two Python 3.12 Bandit reports, one per service, into one folder.</a:t>
            </a:r>
            <a:endParaRPr lang="en-US" sz="2100" b="0" u="none" strike="noStrike">
              <a:solidFill>
                <a:srgbClr val="000000"/>
              </a:solidFill>
              <a:effectLst/>
              <a:uFillTx/>
              <a:latin typeface="Arial"/>
            </a:endParaRPr>
          </a:p>
          <a:p>
            <a:pPr defTabSz="914400">
              <a:lnSpc>
                <a:spcPct val="100000"/>
              </a:lnSpc>
              <a:spcAft>
                <a:spcPts val="799"/>
              </a:spcAft>
              <a:tabLst>
                <a:tab pos="0" algn="l"/>
              </a:tabLst>
            </a:pPr>
            <a:r>
              <a:rPr lang="en-US" sz="2100" b="0" u="none" strike="noStrike">
                <a:solidFill>
                  <a:schemeClr val="dk1"/>
                </a:solidFill>
                <a:effectLst/>
                <a:uFillTx/>
                <a:latin typeface="Calibri"/>
                <a:ea typeface="Courier New"/>
              </a:rPr>
              <a:t>It publishes that folder with GitHub Pages.</a:t>
            </a:r>
            <a:endParaRPr lang="en-US" sz="2100" b="0" u="none" strike="noStrike">
              <a:solidFill>
                <a:srgbClr val="000000"/>
              </a:solidFill>
              <a:effectLst/>
              <a:uFillTx/>
              <a:latin typeface="Arial"/>
            </a:endParaRPr>
          </a:p>
          <a:p>
            <a:pPr defTabSz="914400">
              <a:lnSpc>
                <a:spcPct val="100000"/>
              </a:lnSpc>
              <a:tabLst>
                <a:tab pos="0" algn="l"/>
              </a:tabLst>
            </a:pPr>
            <a:r>
              <a:rPr lang="en-US" sz="2100" b="0" u="none" strike="noStrike">
                <a:solidFill>
                  <a:schemeClr val="dk1"/>
                </a:solidFill>
                <a:effectLst/>
                <a:uFillTx/>
                <a:latin typeface="Calibri"/>
                <a:ea typeface="Courier New"/>
              </a:rPr>
              <a:t>Adapt the example from the docs page “Using custom workflows with GitHub Pages”.</a:t>
            </a:r>
            <a:endParaRPr lang="en-US" sz="2100" b="0" u="none" strike="noStrike">
              <a:solidFill>
                <a:srgbClr val="000000"/>
              </a:solidFill>
              <a:effectLst/>
              <a:uFillTx/>
              <a:latin typeface="Arial"/>
            </a:endParaRPr>
          </a:p>
        </p:txBody>
      </p:sp>
      <p:sp>
        <p:nvSpPr>
          <p:cNvPr id="267" name="PlaceHolder 2"/>
          <p:cNvSpPr>
            <a:spLocks noGrp="1"/>
          </p:cNvSpPr>
          <p:nvPr>
            <p:ph type="sldNum" idx="33"/>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7B36152D-571E-4412-92D6-767297202A09}" type="slidenum">
              <a:rPr lang="en-US" sz="1000" b="0" u="none" strike="noStrike">
                <a:solidFill>
                  <a:schemeClr val="accent6"/>
                </a:solidFill>
                <a:effectLst/>
                <a:uFillTx/>
                <a:latin typeface="Calibri"/>
              </a:rPr>
              <a:t>27</a:t>
            </a:fld>
            <a:endParaRPr lang="en-US" sz="1000" b="0" u="none" strike="noStrike">
              <a:solidFill>
                <a:srgbClr val="000000"/>
              </a:solidFill>
              <a:effectLst/>
              <a:uFillTx/>
              <a:latin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Step 1: stuck?</a:t>
            </a:r>
          </a:p>
        </p:txBody>
      </p:sp>
      <p:sp>
        <p:nvSpPr>
          <p:cNvPr id="269" name="requirement line"/>
          <p:cNvSpPr/>
          <p:nvPr/>
        </p:nvSpPr>
        <p:spPr>
          <a:xfrm>
            <a:off x="548640" y="1060560"/>
            <a:ext cx="8046360" cy="347040"/>
          </a:xfrm>
          <a:prstGeom prst="roundRect">
            <a:avLst>
              <a:gd name="adj" fmla="val 21053"/>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70" name="Text 2"/>
          <p:cNvSpPr/>
          <p:nvPr/>
        </p:nvSpPr>
        <p:spPr>
          <a:xfrm>
            <a:off x="777240" y="1060560"/>
            <a:ext cx="75891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chemeClr val="lt1"/>
                </a:solidFill>
                <a:effectLst/>
                <a:uFillTx/>
                <a:latin typeface="Calibri"/>
              </a:rPr>
              <a:t>A </a:t>
            </a:r>
            <a:r>
              <a:rPr lang="en-US" sz="1600" b="1" u="none" strike="noStrike">
                <a:solidFill>
                  <a:schemeClr val="lt1"/>
                </a:solidFill>
                <a:effectLst/>
                <a:uFillTx/>
                <a:latin typeface="Courier New"/>
                <a:ea typeface="Courier New"/>
              </a:rPr>
              <a:t>deploy</a:t>
            </a:r>
            <a:r>
              <a:rPr lang="en-US" sz="1600" b="1" u="none" strike="noStrike">
                <a:solidFill>
                  <a:schemeClr val="lt1"/>
                </a:solidFill>
                <a:effectLst/>
                <a:uFillTx/>
                <a:latin typeface="Calibri"/>
                <a:ea typeface="Courier New"/>
              </a:rPr>
              <a:t> job: download both 3.12 reports, publish with Pages.</a:t>
            </a:r>
            <a:endParaRPr lang="en-US" sz="1600" b="0" u="none" strike="noStrike">
              <a:solidFill>
                <a:srgbClr val="000000"/>
              </a:solidFill>
              <a:effectLst/>
              <a:uFillTx/>
              <a:latin typeface="Arial"/>
            </a:endParaRPr>
          </a:p>
        </p:txBody>
      </p:sp>
      <p:sp>
        <p:nvSpPr>
          <p:cNvPr id="271" name="hint a card"/>
          <p:cNvSpPr/>
          <p:nvPr/>
        </p:nvSpPr>
        <p:spPr>
          <a:xfrm>
            <a:off x="548640" y="1481400"/>
            <a:ext cx="8046360" cy="393840"/>
          </a:xfrm>
          <a:prstGeom prst="roundRect">
            <a:avLst>
              <a:gd name="adj" fmla="val 18551"/>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2" name="hint a circle"/>
          <p:cNvSpPr/>
          <p:nvPr/>
        </p:nvSpPr>
        <p:spPr>
          <a:xfrm>
            <a:off x="640080" y="1513800"/>
            <a:ext cx="328680" cy="328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73" name="hint a letter"/>
          <p:cNvSpPr/>
          <p:nvPr/>
        </p:nvSpPr>
        <p:spPr>
          <a:xfrm>
            <a:off x="640080" y="1513800"/>
            <a:ext cx="328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chemeClr val="lt1"/>
                </a:solidFill>
                <a:effectLst/>
                <a:uFillTx/>
                <a:latin typeface="Calibri"/>
              </a:rPr>
              <a:t>a</a:t>
            </a:r>
            <a:endParaRPr lang="en-US" sz="1200" b="0" u="none" strike="noStrike">
              <a:solidFill>
                <a:srgbClr val="000000"/>
              </a:solidFill>
              <a:effectLst/>
              <a:uFillTx/>
              <a:latin typeface="Arial"/>
            </a:endParaRPr>
          </a:p>
        </p:txBody>
      </p:sp>
      <p:sp>
        <p:nvSpPr>
          <p:cNvPr id="274" name="hint a text"/>
          <p:cNvSpPr/>
          <p:nvPr/>
        </p:nvSpPr>
        <p:spPr>
          <a:xfrm>
            <a:off x="1060560" y="1481400"/>
            <a:ext cx="7443000" cy="393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chemeClr val="dk1"/>
                </a:solidFill>
                <a:effectLst/>
                <a:uFillTx/>
                <a:latin typeface="Calibri"/>
              </a:rPr>
              <a:t>Copy the docs example. Delete the build job and the configure step. Keep one job.</a:t>
            </a:r>
            <a:endParaRPr lang="en-US" sz="1400" b="0" u="none" strike="noStrike">
              <a:solidFill>
                <a:srgbClr val="000000"/>
              </a:solidFill>
              <a:effectLst/>
              <a:uFillTx/>
              <a:latin typeface="Arial"/>
            </a:endParaRPr>
          </a:p>
        </p:txBody>
      </p:sp>
      <p:sp>
        <p:nvSpPr>
          <p:cNvPr id="275" name="hint b card"/>
          <p:cNvSpPr/>
          <p:nvPr/>
        </p:nvSpPr>
        <p:spPr>
          <a:xfrm>
            <a:off x="548640" y="1912320"/>
            <a:ext cx="8046360" cy="393840"/>
          </a:xfrm>
          <a:prstGeom prst="roundRect">
            <a:avLst>
              <a:gd name="adj" fmla="val 18551"/>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6" name="hint b circle"/>
          <p:cNvSpPr/>
          <p:nvPr/>
        </p:nvSpPr>
        <p:spPr>
          <a:xfrm>
            <a:off x="640080" y="1944720"/>
            <a:ext cx="328680" cy="328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77" name="hint b letter"/>
          <p:cNvSpPr/>
          <p:nvPr/>
        </p:nvSpPr>
        <p:spPr>
          <a:xfrm>
            <a:off x="640080" y="1944720"/>
            <a:ext cx="328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chemeClr val="lt1"/>
                </a:solidFill>
                <a:effectLst/>
                <a:uFillTx/>
                <a:latin typeface="Calibri"/>
              </a:rPr>
              <a:t>b</a:t>
            </a:r>
            <a:endParaRPr lang="en-US" sz="1200" b="0" u="none" strike="noStrike">
              <a:solidFill>
                <a:srgbClr val="000000"/>
              </a:solidFill>
              <a:effectLst/>
              <a:uFillTx/>
              <a:latin typeface="Arial"/>
            </a:endParaRPr>
          </a:p>
        </p:txBody>
      </p:sp>
      <p:sp>
        <p:nvSpPr>
          <p:cNvPr id="278" name="hint b text"/>
          <p:cNvSpPr/>
          <p:nvPr/>
        </p:nvSpPr>
        <p:spPr>
          <a:xfrm>
            <a:off x="1060560" y="1912320"/>
            <a:ext cx="7443000" cy="393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chemeClr val="dk1"/>
                </a:solidFill>
                <a:effectLst/>
                <a:uFillTx/>
                <a:latin typeface="Calibri"/>
              </a:rPr>
              <a:t>Which job runs last, and what must it wait for? (</a:t>
            </a:r>
            <a:r>
              <a:rPr lang="en-US" sz="1400" b="0" u="none" strike="noStrike">
                <a:solidFill>
                  <a:schemeClr val="dk1"/>
                </a:solidFill>
                <a:effectLst/>
                <a:uFillTx/>
                <a:latin typeface="Courier New"/>
                <a:ea typeface="Courier New"/>
              </a:rPr>
              <a:t>needs</a:t>
            </a:r>
            <a:r>
              <a:rPr lang="en-US" sz="1400" b="0" u="none" strike="noStrike">
                <a:solidFill>
                  <a:schemeClr val="dk1"/>
                </a:solidFill>
                <a:effectLst/>
                <a:uFillTx/>
                <a:latin typeface="Calibri"/>
                <a:ea typeface="Courier New"/>
              </a:rPr>
              <a:t>)</a:t>
            </a:r>
            <a:endParaRPr lang="en-US" sz="1400" b="0" u="none" strike="noStrike">
              <a:solidFill>
                <a:srgbClr val="000000"/>
              </a:solidFill>
              <a:effectLst/>
              <a:uFillTx/>
              <a:latin typeface="Arial"/>
            </a:endParaRPr>
          </a:p>
        </p:txBody>
      </p:sp>
      <p:sp>
        <p:nvSpPr>
          <p:cNvPr id="279" name="hint c card"/>
          <p:cNvSpPr/>
          <p:nvPr/>
        </p:nvSpPr>
        <p:spPr>
          <a:xfrm>
            <a:off x="548640" y="2343240"/>
            <a:ext cx="8046360" cy="393840"/>
          </a:xfrm>
          <a:prstGeom prst="roundRect">
            <a:avLst>
              <a:gd name="adj" fmla="val 18551"/>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0" name="hint c circle"/>
          <p:cNvSpPr/>
          <p:nvPr/>
        </p:nvSpPr>
        <p:spPr>
          <a:xfrm>
            <a:off x="640080" y="2375640"/>
            <a:ext cx="328680" cy="328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81" name="hint c letter"/>
          <p:cNvSpPr/>
          <p:nvPr/>
        </p:nvSpPr>
        <p:spPr>
          <a:xfrm>
            <a:off x="640080" y="2375640"/>
            <a:ext cx="328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chemeClr val="lt1"/>
                </a:solidFill>
                <a:effectLst/>
                <a:uFillTx/>
                <a:latin typeface="Calibri"/>
              </a:rPr>
              <a:t>c</a:t>
            </a:r>
            <a:endParaRPr lang="en-US" sz="1200" b="0" u="none" strike="noStrike">
              <a:solidFill>
                <a:srgbClr val="000000"/>
              </a:solidFill>
              <a:effectLst/>
              <a:uFillTx/>
              <a:latin typeface="Arial"/>
            </a:endParaRPr>
          </a:p>
        </p:txBody>
      </p:sp>
      <p:sp>
        <p:nvSpPr>
          <p:cNvPr id="282" name="hint c text"/>
          <p:cNvSpPr/>
          <p:nvPr/>
        </p:nvSpPr>
        <p:spPr>
          <a:xfrm>
            <a:off x="1060560" y="2343240"/>
            <a:ext cx="7443000" cy="393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chemeClr val="dk1"/>
                </a:solidFill>
                <a:effectLst/>
                <a:uFillTx/>
                <a:latin typeface="Calibri"/>
              </a:rPr>
              <a:t>Pages must be switched on: Settings &gt; Pages &gt; Source: GitHub Actions.</a:t>
            </a:r>
            <a:endParaRPr lang="en-US" sz="1400" b="0" u="none" strike="noStrike">
              <a:solidFill>
                <a:srgbClr val="000000"/>
              </a:solidFill>
              <a:effectLst/>
              <a:uFillTx/>
              <a:latin typeface="Arial"/>
            </a:endParaRPr>
          </a:p>
        </p:txBody>
      </p:sp>
      <p:sp>
        <p:nvSpPr>
          <p:cNvPr id="283" name="hint d card"/>
          <p:cNvSpPr/>
          <p:nvPr/>
        </p:nvSpPr>
        <p:spPr>
          <a:xfrm>
            <a:off x="548640" y="2774160"/>
            <a:ext cx="8046360" cy="393840"/>
          </a:xfrm>
          <a:prstGeom prst="roundRect">
            <a:avLst>
              <a:gd name="adj" fmla="val 18551"/>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4" name="hint d circle"/>
          <p:cNvSpPr/>
          <p:nvPr/>
        </p:nvSpPr>
        <p:spPr>
          <a:xfrm>
            <a:off x="640080" y="2806560"/>
            <a:ext cx="328680" cy="328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85" name="hint d letter"/>
          <p:cNvSpPr/>
          <p:nvPr/>
        </p:nvSpPr>
        <p:spPr>
          <a:xfrm>
            <a:off x="640080" y="2806560"/>
            <a:ext cx="328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chemeClr val="lt1"/>
                </a:solidFill>
                <a:effectLst/>
                <a:uFillTx/>
                <a:latin typeface="Calibri"/>
              </a:rPr>
              <a:t>d</a:t>
            </a:r>
            <a:endParaRPr lang="en-US" sz="1200" b="0" u="none" strike="noStrike">
              <a:solidFill>
                <a:srgbClr val="000000"/>
              </a:solidFill>
              <a:effectLst/>
              <a:uFillTx/>
              <a:latin typeface="Arial"/>
            </a:endParaRPr>
          </a:p>
        </p:txBody>
      </p:sp>
      <p:sp>
        <p:nvSpPr>
          <p:cNvPr id="286" name="hint d text"/>
          <p:cNvSpPr/>
          <p:nvPr/>
        </p:nvSpPr>
        <p:spPr>
          <a:xfrm>
            <a:off x="1060560" y="2774160"/>
            <a:ext cx="7443000" cy="393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chemeClr val="dk1"/>
                </a:solidFill>
                <a:effectLst/>
                <a:uFillTx/>
                <a:latin typeface="Courier New"/>
                <a:ea typeface="Courier New"/>
              </a:rPr>
              <a:t>download-artifact</a:t>
            </a:r>
            <a:r>
              <a:rPr lang="en-US" sz="1400" b="0" u="none" strike="noStrike">
                <a:solidFill>
                  <a:schemeClr val="dk1"/>
                </a:solidFill>
                <a:effectLst/>
                <a:uFillTx/>
                <a:latin typeface="Calibri"/>
                <a:ea typeface="Courier New"/>
              </a:rPr>
              <a:t>: check its major version on the releases page.</a:t>
            </a:r>
            <a:endParaRPr lang="en-US" sz="1400" b="0" u="none" strike="noStrike">
              <a:solidFill>
                <a:srgbClr val="000000"/>
              </a:solidFill>
              <a:effectLst/>
              <a:uFillTx/>
              <a:latin typeface="Arial"/>
            </a:endParaRPr>
          </a:p>
        </p:txBody>
      </p:sp>
      <p:sp>
        <p:nvSpPr>
          <p:cNvPr id="287" name="hint e card"/>
          <p:cNvSpPr/>
          <p:nvPr/>
        </p:nvSpPr>
        <p:spPr>
          <a:xfrm>
            <a:off x="548640" y="3205080"/>
            <a:ext cx="8046360" cy="393840"/>
          </a:xfrm>
          <a:prstGeom prst="roundRect">
            <a:avLst>
              <a:gd name="adj" fmla="val 18551"/>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8" name="hint e circle"/>
          <p:cNvSpPr/>
          <p:nvPr/>
        </p:nvSpPr>
        <p:spPr>
          <a:xfrm>
            <a:off x="640080" y="3237480"/>
            <a:ext cx="328680" cy="328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89" name="hint e letter"/>
          <p:cNvSpPr/>
          <p:nvPr/>
        </p:nvSpPr>
        <p:spPr>
          <a:xfrm>
            <a:off x="640080" y="3237480"/>
            <a:ext cx="328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chemeClr val="lt1"/>
                </a:solidFill>
                <a:effectLst/>
                <a:uFillTx/>
                <a:latin typeface="Calibri"/>
              </a:rPr>
              <a:t>e</a:t>
            </a:r>
            <a:endParaRPr lang="en-US" sz="1200" b="0" u="none" strike="noStrike">
              <a:solidFill>
                <a:srgbClr val="000000"/>
              </a:solidFill>
              <a:effectLst/>
              <a:uFillTx/>
              <a:latin typeface="Arial"/>
            </a:endParaRPr>
          </a:p>
        </p:txBody>
      </p:sp>
      <p:sp>
        <p:nvSpPr>
          <p:cNvPr id="290" name="hint e text"/>
          <p:cNvSpPr/>
          <p:nvPr/>
        </p:nvSpPr>
        <p:spPr>
          <a:xfrm>
            <a:off x="1060560" y="3205080"/>
            <a:ext cx="7443000" cy="393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chemeClr val="dk1"/>
                </a:solidFill>
                <a:effectLst/>
                <a:uFillTx/>
                <a:latin typeface="Calibri"/>
              </a:rPr>
              <a:t>Two artifacts, one folder: the exact 3.12 names, </a:t>
            </a:r>
            <a:r>
              <a:rPr lang="en-US" sz="1400" b="0" u="none" strike="noStrike">
                <a:solidFill>
                  <a:schemeClr val="dk1"/>
                </a:solidFill>
                <a:effectLst/>
                <a:uFillTx/>
                <a:latin typeface="Courier New"/>
                <a:ea typeface="Courier New"/>
              </a:rPr>
              <a:t>path: _site</a:t>
            </a:r>
            <a:r>
              <a:rPr lang="en-US" sz="1400" b="0" u="none" strike="noStrike">
                <a:solidFill>
                  <a:schemeClr val="dk1"/>
                </a:solidFill>
                <a:effectLst/>
                <a:uFillTx/>
                <a:latin typeface="Calibri"/>
                <a:ea typeface="Courier New"/>
              </a:rPr>
              <a:t> for both.</a:t>
            </a:r>
            <a:endParaRPr lang="en-US" sz="1400" b="0" u="none" strike="noStrike">
              <a:solidFill>
                <a:srgbClr val="000000"/>
              </a:solidFill>
              <a:effectLst/>
              <a:uFillTx/>
              <a:latin typeface="Arial"/>
            </a:endParaRPr>
          </a:p>
        </p:txBody>
      </p:sp>
      <p:sp>
        <p:nvSpPr>
          <p:cNvPr id="291" name="hint f card"/>
          <p:cNvSpPr/>
          <p:nvPr/>
        </p:nvSpPr>
        <p:spPr>
          <a:xfrm>
            <a:off x="548640" y="3636000"/>
            <a:ext cx="8046360" cy="393840"/>
          </a:xfrm>
          <a:prstGeom prst="roundRect">
            <a:avLst>
              <a:gd name="adj" fmla="val 18551"/>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2" name="hint f circle"/>
          <p:cNvSpPr/>
          <p:nvPr/>
        </p:nvSpPr>
        <p:spPr>
          <a:xfrm>
            <a:off x="640080" y="3668400"/>
            <a:ext cx="328680" cy="328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93" name="hint f letter"/>
          <p:cNvSpPr/>
          <p:nvPr/>
        </p:nvSpPr>
        <p:spPr>
          <a:xfrm>
            <a:off x="640080" y="3668400"/>
            <a:ext cx="328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chemeClr val="lt1"/>
                </a:solidFill>
                <a:effectLst/>
                <a:uFillTx/>
                <a:latin typeface="Calibri"/>
              </a:rPr>
              <a:t>f</a:t>
            </a:r>
            <a:endParaRPr lang="en-US" sz="1200" b="0" u="none" strike="noStrike">
              <a:solidFill>
                <a:srgbClr val="000000"/>
              </a:solidFill>
              <a:effectLst/>
              <a:uFillTx/>
              <a:latin typeface="Arial"/>
            </a:endParaRPr>
          </a:p>
        </p:txBody>
      </p:sp>
      <p:sp>
        <p:nvSpPr>
          <p:cNvPr id="294" name="hint f text"/>
          <p:cNvSpPr/>
          <p:nvPr/>
        </p:nvSpPr>
        <p:spPr>
          <a:xfrm>
            <a:off x="1060560" y="3636000"/>
            <a:ext cx="7443000" cy="393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chemeClr val="dk1"/>
                </a:solidFill>
                <a:effectLst/>
                <a:uFillTx/>
                <a:latin typeface="Calibri"/>
              </a:rPr>
              <a:t>Package the folder, then deploy it; give the deploy step an </a:t>
            </a:r>
            <a:r>
              <a:rPr lang="en-US" sz="1400" b="0" u="none" strike="noStrike">
                <a:solidFill>
                  <a:schemeClr val="dk1"/>
                </a:solidFill>
                <a:effectLst/>
                <a:uFillTx/>
                <a:latin typeface="Courier New"/>
                <a:ea typeface="Courier New"/>
              </a:rPr>
              <a:t>id</a:t>
            </a:r>
            <a:r>
              <a:rPr lang="en-US" sz="1400" b="0" u="none" strike="noStrike">
                <a:solidFill>
                  <a:schemeClr val="dk1"/>
                </a:solidFill>
                <a:effectLst/>
                <a:uFillTx/>
                <a:latin typeface="Calibri"/>
                <a:ea typeface="Courier New"/>
              </a:rPr>
              <a:t>.</a:t>
            </a:r>
            <a:endParaRPr lang="en-US" sz="1400" b="0" u="none" strike="noStrike">
              <a:solidFill>
                <a:srgbClr val="000000"/>
              </a:solidFill>
              <a:effectLst/>
              <a:uFillTx/>
              <a:latin typeface="Arial"/>
            </a:endParaRPr>
          </a:p>
        </p:txBody>
      </p:sp>
      <p:sp>
        <p:nvSpPr>
          <p:cNvPr id="295" name="hint g card"/>
          <p:cNvSpPr/>
          <p:nvPr/>
        </p:nvSpPr>
        <p:spPr>
          <a:xfrm>
            <a:off x="548640" y="4066920"/>
            <a:ext cx="8046360" cy="393840"/>
          </a:xfrm>
          <a:prstGeom prst="roundRect">
            <a:avLst>
              <a:gd name="adj" fmla="val 18551"/>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6" name="hint g circle"/>
          <p:cNvSpPr/>
          <p:nvPr/>
        </p:nvSpPr>
        <p:spPr>
          <a:xfrm>
            <a:off x="640080" y="4099320"/>
            <a:ext cx="328680" cy="328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97" name="hint g letter"/>
          <p:cNvSpPr/>
          <p:nvPr/>
        </p:nvSpPr>
        <p:spPr>
          <a:xfrm>
            <a:off x="640080" y="4099320"/>
            <a:ext cx="328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chemeClr val="lt1"/>
                </a:solidFill>
                <a:effectLst/>
                <a:uFillTx/>
                <a:latin typeface="Calibri"/>
              </a:rPr>
              <a:t>g</a:t>
            </a:r>
            <a:endParaRPr lang="en-US" sz="1200" b="0" u="none" strike="noStrike">
              <a:solidFill>
                <a:srgbClr val="000000"/>
              </a:solidFill>
              <a:effectLst/>
              <a:uFillTx/>
              <a:latin typeface="Arial"/>
            </a:endParaRPr>
          </a:p>
        </p:txBody>
      </p:sp>
      <p:sp>
        <p:nvSpPr>
          <p:cNvPr id="298" name="hint g text"/>
          <p:cNvSpPr/>
          <p:nvPr/>
        </p:nvSpPr>
        <p:spPr>
          <a:xfrm>
            <a:off x="1060560" y="4066920"/>
            <a:ext cx="7443000" cy="393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chemeClr val="dk1"/>
                </a:solidFill>
                <a:effectLst/>
                <a:uFillTx/>
                <a:latin typeface="Calibri"/>
              </a:rPr>
              <a:t>The deploy job needs </a:t>
            </a:r>
            <a:r>
              <a:rPr lang="en-US" sz="1400" b="0" u="none" strike="noStrike">
                <a:solidFill>
                  <a:schemeClr val="dk1"/>
                </a:solidFill>
                <a:effectLst/>
                <a:uFillTx/>
                <a:latin typeface="Courier New"/>
                <a:ea typeface="Courier New"/>
              </a:rPr>
              <a:t>permissions: pages: write</a:t>
            </a:r>
            <a:r>
              <a:rPr lang="en-US" sz="1400" b="0" u="none" strike="noStrike">
                <a:solidFill>
                  <a:schemeClr val="dk1"/>
                </a:solidFill>
                <a:effectLst/>
                <a:uFillTx/>
                <a:latin typeface="Calibri"/>
                <a:ea typeface="Courier New"/>
              </a:rPr>
              <a:t> and </a:t>
            </a:r>
            <a:r>
              <a:rPr lang="en-US" sz="1400" b="0" u="none" strike="noStrike">
                <a:solidFill>
                  <a:schemeClr val="dk1"/>
                </a:solidFill>
                <a:effectLst/>
                <a:uFillTx/>
                <a:latin typeface="Courier New"/>
                <a:ea typeface="Courier New"/>
              </a:rPr>
              <a:t>id-token: write</a:t>
            </a:r>
            <a:r>
              <a:rPr lang="en-US" sz="1400" b="0" u="none" strike="noStrike">
                <a:solidFill>
                  <a:schemeClr val="dk1"/>
                </a:solidFill>
                <a:effectLst/>
                <a:uFillTx/>
                <a:latin typeface="Calibri"/>
                <a:ea typeface="Courier New"/>
              </a:rPr>
              <a:t>.</a:t>
            </a:r>
            <a:endParaRPr lang="en-US" sz="1400" b="0" u="none" strike="noStrike">
              <a:solidFill>
                <a:srgbClr val="000000"/>
              </a:solidFill>
              <a:effectLst/>
              <a:uFillTx/>
              <a:latin typeface="Arial"/>
            </a:endParaRPr>
          </a:p>
        </p:txBody>
      </p:sp>
      <p:sp>
        <p:nvSpPr>
          <p:cNvPr id="299" name="hint h card"/>
          <p:cNvSpPr/>
          <p:nvPr/>
        </p:nvSpPr>
        <p:spPr>
          <a:xfrm>
            <a:off x="548640" y="4497840"/>
            <a:ext cx="8046360" cy="393840"/>
          </a:xfrm>
          <a:prstGeom prst="roundRect">
            <a:avLst>
              <a:gd name="adj" fmla="val 18551"/>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0" name="hint h circle"/>
          <p:cNvSpPr/>
          <p:nvPr/>
        </p:nvSpPr>
        <p:spPr>
          <a:xfrm>
            <a:off x="640080" y="4530240"/>
            <a:ext cx="328680" cy="328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01" name="hint h letter"/>
          <p:cNvSpPr/>
          <p:nvPr/>
        </p:nvSpPr>
        <p:spPr>
          <a:xfrm>
            <a:off x="640080" y="4530240"/>
            <a:ext cx="328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chemeClr val="lt1"/>
                </a:solidFill>
                <a:effectLst/>
                <a:uFillTx/>
                <a:latin typeface="Calibri"/>
              </a:rPr>
              <a:t>h</a:t>
            </a:r>
            <a:endParaRPr lang="en-US" sz="1200" b="0" u="none" strike="noStrike">
              <a:solidFill>
                <a:srgbClr val="000000"/>
              </a:solidFill>
              <a:effectLst/>
              <a:uFillTx/>
              <a:latin typeface="Arial"/>
            </a:endParaRPr>
          </a:p>
        </p:txBody>
      </p:sp>
      <p:sp>
        <p:nvSpPr>
          <p:cNvPr id="302" name="hint h text"/>
          <p:cNvSpPr/>
          <p:nvPr/>
        </p:nvSpPr>
        <p:spPr>
          <a:xfrm>
            <a:off x="1060560" y="4497840"/>
            <a:ext cx="7443000" cy="393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chemeClr val="dk1"/>
                </a:solidFill>
                <a:effectLst/>
                <a:uFillTx/>
                <a:latin typeface="Calibri"/>
              </a:rPr>
              <a:t>The environment is </a:t>
            </a:r>
            <a:r>
              <a:rPr lang="en-US" sz="1400" b="0" u="none" strike="noStrike">
                <a:solidFill>
                  <a:schemeClr val="dk1"/>
                </a:solidFill>
                <a:effectLst/>
                <a:uFillTx/>
                <a:latin typeface="Courier New"/>
                <a:ea typeface="Courier New"/>
              </a:rPr>
              <a:t>github-pages</a:t>
            </a:r>
            <a:r>
              <a:rPr lang="en-US" sz="1400" b="0" u="none" strike="noStrike">
                <a:solidFill>
                  <a:schemeClr val="dk1"/>
                </a:solidFill>
                <a:effectLst/>
                <a:uFillTx/>
                <a:latin typeface="Calibri"/>
                <a:ea typeface="Courier New"/>
              </a:rPr>
              <a:t>; its </a:t>
            </a:r>
            <a:r>
              <a:rPr lang="en-US" sz="1400" b="0" u="none" strike="noStrike">
                <a:solidFill>
                  <a:schemeClr val="dk1"/>
                </a:solidFill>
                <a:effectLst/>
                <a:uFillTx/>
                <a:latin typeface="Courier New"/>
                <a:ea typeface="Courier New"/>
              </a:rPr>
              <a:t>url</a:t>
            </a:r>
            <a:r>
              <a:rPr lang="en-US" sz="1400" b="0" u="none" strike="noStrike">
                <a:solidFill>
                  <a:schemeClr val="dk1"/>
                </a:solidFill>
                <a:effectLst/>
                <a:uFillTx/>
                <a:latin typeface="Calibri"/>
                <a:ea typeface="Courier New"/>
              </a:rPr>
              <a:t> is the deploy step's </a:t>
            </a:r>
            <a:r>
              <a:rPr lang="en-US" sz="1400" b="0" u="none" strike="noStrike">
                <a:solidFill>
                  <a:schemeClr val="dk1"/>
                </a:solidFill>
                <a:effectLst/>
                <a:uFillTx/>
                <a:latin typeface="Courier New"/>
                <a:ea typeface="Courier New"/>
              </a:rPr>
              <a:t>page_url</a:t>
            </a:r>
            <a:r>
              <a:rPr lang="en-US" sz="1400" b="0" u="none" strike="noStrike">
                <a:solidFill>
                  <a:schemeClr val="dk1"/>
                </a:solidFill>
                <a:effectLst/>
                <a:uFillTx/>
                <a:latin typeface="Calibri"/>
                <a:ea typeface="Courier New"/>
              </a:rPr>
              <a:t> output.</a:t>
            </a:r>
            <a:endParaRPr lang="en-US" sz="1400" b="0" u="none" strike="noStrike">
              <a:solidFill>
                <a:srgbClr val="000000"/>
              </a:solidFill>
              <a:effectLst/>
              <a:uFillTx/>
              <a:latin typeface="Arial"/>
            </a:endParaRPr>
          </a:p>
        </p:txBody>
      </p:sp>
      <p:sp>
        <p:nvSpPr>
          <p:cNvPr id="303" name="PlaceHolder 2"/>
          <p:cNvSpPr>
            <a:spLocks noGrp="1"/>
          </p:cNvSpPr>
          <p:nvPr>
            <p:ph type="sldNum" idx="34"/>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02CE14AE-C25B-4A71-AABE-42C8C3D92AB0}" type="slidenum">
              <a:rPr lang="en-US" sz="1000" b="0" u="none" strike="noStrike">
                <a:solidFill>
                  <a:schemeClr val="accent6"/>
                </a:solidFill>
                <a:effectLst/>
                <a:uFillTx/>
                <a:latin typeface="Calibri"/>
              </a:rPr>
              <a:t>28</a:t>
            </a:fld>
            <a:endParaRPr lang="en-US" sz="1000" b="0" u="none" strike="noStrike">
              <a:solidFill>
                <a:srgbClr val="000000"/>
              </a:solidFill>
              <a:effectLst/>
              <a:uFillTx/>
              <a:latin typeface="Times New Roman"/>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271"/>
                                        </p:tgtEl>
                                        <p:attrNameLst>
                                          <p:attrName>style.visibility</p:attrName>
                                        </p:attrNameLst>
                                      </p:cBhvr>
                                      <p:to>
                                        <p:strVal val="visible"/>
                                      </p:to>
                                    </p:set>
                                  </p:childTnLst>
                                </p:cTn>
                              </p:par>
                              <p:par>
                                <p:cTn id="7" presetID="1" presetClass="entr" fill="hold" nodeType="withEffect">
                                  <p:stCondLst>
                                    <p:cond delay="0"/>
                                  </p:stCondLst>
                                  <p:childTnLst>
                                    <p:set>
                                      <p:cBhvr>
                                        <p:cTn id="8" dur="1" fill="hold">
                                          <p:stCondLst>
                                            <p:cond delay="0"/>
                                          </p:stCondLst>
                                        </p:cTn>
                                        <p:tgtEl>
                                          <p:spTgt spid="272"/>
                                        </p:tgtEl>
                                        <p:attrNameLst>
                                          <p:attrName>style.visibility</p:attrName>
                                        </p:attrNameLst>
                                      </p:cBhvr>
                                      <p:to>
                                        <p:strVal val="visible"/>
                                      </p:to>
                                    </p:set>
                                  </p:childTnLst>
                                </p:cTn>
                              </p:par>
                              <p:par>
                                <p:cTn id="9" presetID="1" presetClass="entr" fill="hold" nodeType="withEffect">
                                  <p:stCondLst>
                                    <p:cond delay="0"/>
                                  </p:stCondLst>
                                  <p:childTnLst>
                                    <p:set>
                                      <p:cBhvr>
                                        <p:cTn id="10" dur="1" fill="hold">
                                          <p:stCondLst>
                                            <p:cond delay="0"/>
                                          </p:stCondLst>
                                        </p:cTn>
                                        <p:tgtEl>
                                          <p:spTgt spid="273"/>
                                        </p:tgtEl>
                                        <p:attrNameLst>
                                          <p:attrName>style.visibility</p:attrName>
                                        </p:attrNameLst>
                                      </p:cBhvr>
                                      <p:to>
                                        <p:strVal val="visible"/>
                                      </p:to>
                                    </p:set>
                                  </p:childTnLst>
                                </p:cTn>
                              </p:par>
                              <p:par>
                                <p:cTn id="11" presetID="1" presetClass="entr" fill="hold" nodeType="withEffect">
                                  <p:stCondLst>
                                    <p:cond delay="0"/>
                                  </p:stCondLst>
                                  <p:childTnLst>
                                    <p:set>
                                      <p:cBhvr>
                                        <p:cTn id="12" dur="1" fill="hold">
                                          <p:stCondLst>
                                            <p:cond delay="0"/>
                                          </p:stCondLst>
                                        </p:cTn>
                                        <p:tgtEl>
                                          <p:spTgt spid="27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fill="hold" nodeType="clickEffect">
                                  <p:stCondLst>
                                    <p:cond delay="0"/>
                                  </p:stCondLst>
                                  <p:childTnLst>
                                    <p:set>
                                      <p:cBhvr>
                                        <p:cTn id="16" dur="1" fill="hold">
                                          <p:stCondLst>
                                            <p:cond delay="0"/>
                                          </p:stCondLst>
                                        </p:cTn>
                                        <p:tgtEl>
                                          <p:spTgt spid="275"/>
                                        </p:tgtEl>
                                        <p:attrNameLst>
                                          <p:attrName>style.visibility</p:attrName>
                                        </p:attrNameLst>
                                      </p:cBhvr>
                                      <p:to>
                                        <p:strVal val="visible"/>
                                      </p:to>
                                    </p:set>
                                  </p:childTnLst>
                                </p:cTn>
                              </p:par>
                              <p:par>
                                <p:cTn id="17" presetID="1" presetClass="entr" fill="hold" nodeType="withEffect">
                                  <p:stCondLst>
                                    <p:cond delay="0"/>
                                  </p:stCondLst>
                                  <p:childTnLst>
                                    <p:set>
                                      <p:cBhvr>
                                        <p:cTn id="18" dur="1" fill="hold">
                                          <p:stCondLst>
                                            <p:cond delay="0"/>
                                          </p:stCondLst>
                                        </p:cTn>
                                        <p:tgtEl>
                                          <p:spTgt spid="276"/>
                                        </p:tgtEl>
                                        <p:attrNameLst>
                                          <p:attrName>style.visibility</p:attrName>
                                        </p:attrNameLst>
                                      </p:cBhvr>
                                      <p:to>
                                        <p:strVal val="visible"/>
                                      </p:to>
                                    </p:set>
                                  </p:childTnLst>
                                </p:cTn>
                              </p:par>
                              <p:par>
                                <p:cTn id="19" presetID="1" presetClass="entr" fill="hold" nodeType="withEffect">
                                  <p:stCondLst>
                                    <p:cond delay="0"/>
                                  </p:stCondLst>
                                  <p:childTnLst>
                                    <p:set>
                                      <p:cBhvr>
                                        <p:cTn id="20" dur="1" fill="hold">
                                          <p:stCondLst>
                                            <p:cond delay="0"/>
                                          </p:stCondLst>
                                        </p:cTn>
                                        <p:tgtEl>
                                          <p:spTgt spid="277"/>
                                        </p:tgtEl>
                                        <p:attrNameLst>
                                          <p:attrName>style.visibility</p:attrName>
                                        </p:attrNameLst>
                                      </p:cBhvr>
                                      <p:to>
                                        <p:strVal val="visible"/>
                                      </p:to>
                                    </p:set>
                                  </p:childTnLst>
                                </p:cTn>
                              </p:par>
                              <p:par>
                                <p:cTn id="21" presetID="1" presetClass="entr" fill="hold" nodeType="withEffect">
                                  <p:stCondLst>
                                    <p:cond delay="0"/>
                                  </p:stCondLst>
                                  <p:childTnLst>
                                    <p:set>
                                      <p:cBhvr>
                                        <p:cTn id="22" dur="1" fill="hold">
                                          <p:stCondLst>
                                            <p:cond delay="0"/>
                                          </p:stCondLst>
                                        </p:cTn>
                                        <p:tgtEl>
                                          <p:spTgt spid="27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p:cTn id="26" dur="1" fill="hold">
                                          <p:stCondLst>
                                            <p:cond delay="0"/>
                                          </p:stCondLst>
                                        </p:cTn>
                                        <p:tgtEl>
                                          <p:spTgt spid="279"/>
                                        </p:tgtEl>
                                        <p:attrNameLst>
                                          <p:attrName>style.visibility</p:attrName>
                                        </p:attrNameLst>
                                      </p:cBhvr>
                                      <p:to>
                                        <p:strVal val="visible"/>
                                      </p:to>
                                    </p:set>
                                  </p:childTnLst>
                                </p:cTn>
                              </p:par>
                              <p:par>
                                <p:cTn id="27" presetID="1" presetClass="entr" fill="hold" nodeType="withEffect">
                                  <p:stCondLst>
                                    <p:cond delay="0"/>
                                  </p:stCondLst>
                                  <p:childTnLst>
                                    <p:set>
                                      <p:cBhvr>
                                        <p:cTn id="28" dur="1" fill="hold">
                                          <p:stCondLst>
                                            <p:cond delay="0"/>
                                          </p:stCondLst>
                                        </p:cTn>
                                        <p:tgtEl>
                                          <p:spTgt spid="280"/>
                                        </p:tgtEl>
                                        <p:attrNameLst>
                                          <p:attrName>style.visibility</p:attrName>
                                        </p:attrNameLst>
                                      </p:cBhvr>
                                      <p:to>
                                        <p:strVal val="visible"/>
                                      </p:to>
                                    </p:set>
                                  </p:childTnLst>
                                </p:cTn>
                              </p:par>
                              <p:par>
                                <p:cTn id="29" presetID="1" presetClass="entr" fill="hold" nodeType="withEffect">
                                  <p:stCondLst>
                                    <p:cond delay="0"/>
                                  </p:stCondLst>
                                  <p:childTnLst>
                                    <p:set>
                                      <p:cBhvr>
                                        <p:cTn id="30" dur="1" fill="hold">
                                          <p:stCondLst>
                                            <p:cond delay="0"/>
                                          </p:stCondLst>
                                        </p:cTn>
                                        <p:tgtEl>
                                          <p:spTgt spid="281"/>
                                        </p:tgtEl>
                                        <p:attrNameLst>
                                          <p:attrName>style.visibility</p:attrName>
                                        </p:attrNameLst>
                                      </p:cBhvr>
                                      <p:to>
                                        <p:strVal val="visible"/>
                                      </p:to>
                                    </p:set>
                                  </p:childTnLst>
                                </p:cTn>
                              </p:par>
                              <p:par>
                                <p:cTn id="31" presetID="1" presetClass="entr" fill="hold" nodeType="withEffect">
                                  <p:stCondLst>
                                    <p:cond delay="0"/>
                                  </p:stCondLst>
                                  <p:childTnLst>
                                    <p:set>
                                      <p:cBhvr>
                                        <p:cTn id="32" dur="1" fill="hold">
                                          <p:stCondLst>
                                            <p:cond delay="0"/>
                                          </p:stCondLst>
                                        </p:cTn>
                                        <p:tgtEl>
                                          <p:spTgt spid="28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fill="hold" nodeType="clickEffect">
                                  <p:stCondLst>
                                    <p:cond delay="0"/>
                                  </p:stCondLst>
                                  <p:childTnLst>
                                    <p:set>
                                      <p:cBhvr>
                                        <p:cTn id="36" dur="1" fill="hold">
                                          <p:stCondLst>
                                            <p:cond delay="0"/>
                                          </p:stCondLst>
                                        </p:cTn>
                                        <p:tgtEl>
                                          <p:spTgt spid="283"/>
                                        </p:tgtEl>
                                        <p:attrNameLst>
                                          <p:attrName>style.visibility</p:attrName>
                                        </p:attrNameLst>
                                      </p:cBhvr>
                                      <p:to>
                                        <p:strVal val="visible"/>
                                      </p:to>
                                    </p:set>
                                  </p:childTnLst>
                                </p:cTn>
                              </p:par>
                              <p:par>
                                <p:cTn id="37" presetID="1" presetClass="entr" fill="hold" nodeType="withEffect">
                                  <p:stCondLst>
                                    <p:cond delay="0"/>
                                  </p:stCondLst>
                                  <p:childTnLst>
                                    <p:set>
                                      <p:cBhvr>
                                        <p:cTn id="38" dur="1" fill="hold">
                                          <p:stCondLst>
                                            <p:cond delay="0"/>
                                          </p:stCondLst>
                                        </p:cTn>
                                        <p:tgtEl>
                                          <p:spTgt spid="284"/>
                                        </p:tgtEl>
                                        <p:attrNameLst>
                                          <p:attrName>style.visibility</p:attrName>
                                        </p:attrNameLst>
                                      </p:cBhvr>
                                      <p:to>
                                        <p:strVal val="visible"/>
                                      </p:to>
                                    </p:set>
                                  </p:childTnLst>
                                </p:cTn>
                              </p:par>
                              <p:par>
                                <p:cTn id="39" presetID="1" presetClass="entr" fill="hold" nodeType="withEffect">
                                  <p:stCondLst>
                                    <p:cond delay="0"/>
                                  </p:stCondLst>
                                  <p:childTnLst>
                                    <p:set>
                                      <p:cBhvr>
                                        <p:cTn id="40" dur="1" fill="hold">
                                          <p:stCondLst>
                                            <p:cond delay="0"/>
                                          </p:stCondLst>
                                        </p:cTn>
                                        <p:tgtEl>
                                          <p:spTgt spid="285"/>
                                        </p:tgtEl>
                                        <p:attrNameLst>
                                          <p:attrName>style.visibility</p:attrName>
                                        </p:attrNameLst>
                                      </p:cBhvr>
                                      <p:to>
                                        <p:strVal val="visible"/>
                                      </p:to>
                                    </p:set>
                                  </p:childTnLst>
                                </p:cTn>
                              </p:par>
                              <p:par>
                                <p:cTn id="41" presetID="1" presetClass="entr" fill="hold" nodeType="withEffect">
                                  <p:stCondLst>
                                    <p:cond delay="0"/>
                                  </p:stCondLst>
                                  <p:childTnLst>
                                    <p:set>
                                      <p:cBhvr>
                                        <p:cTn id="42" dur="1" fill="hold">
                                          <p:stCondLst>
                                            <p:cond delay="0"/>
                                          </p:stCondLst>
                                        </p:cTn>
                                        <p:tgtEl>
                                          <p:spTgt spid="28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fill="hold" nodeType="clickEffect">
                                  <p:stCondLst>
                                    <p:cond delay="0"/>
                                  </p:stCondLst>
                                  <p:childTnLst>
                                    <p:set>
                                      <p:cBhvr>
                                        <p:cTn id="46" dur="1" fill="hold">
                                          <p:stCondLst>
                                            <p:cond delay="0"/>
                                          </p:stCondLst>
                                        </p:cTn>
                                        <p:tgtEl>
                                          <p:spTgt spid="287"/>
                                        </p:tgtEl>
                                        <p:attrNameLst>
                                          <p:attrName>style.visibility</p:attrName>
                                        </p:attrNameLst>
                                      </p:cBhvr>
                                      <p:to>
                                        <p:strVal val="visible"/>
                                      </p:to>
                                    </p:set>
                                  </p:childTnLst>
                                </p:cTn>
                              </p:par>
                              <p:par>
                                <p:cTn id="47" presetID="1" presetClass="entr" fill="hold" nodeType="withEffect">
                                  <p:stCondLst>
                                    <p:cond delay="0"/>
                                  </p:stCondLst>
                                  <p:childTnLst>
                                    <p:set>
                                      <p:cBhvr>
                                        <p:cTn id="48" dur="1" fill="hold">
                                          <p:stCondLst>
                                            <p:cond delay="0"/>
                                          </p:stCondLst>
                                        </p:cTn>
                                        <p:tgtEl>
                                          <p:spTgt spid="288"/>
                                        </p:tgtEl>
                                        <p:attrNameLst>
                                          <p:attrName>style.visibility</p:attrName>
                                        </p:attrNameLst>
                                      </p:cBhvr>
                                      <p:to>
                                        <p:strVal val="visible"/>
                                      </p:to>
                                    </p:set>
                                  </p:childTnLst>
                                </p:cTn>
                              </p:par>
                              <p:par>
                                <p:cTn id="49" presetID="1" presetClass="entr" fill="hold" nodeType="withEffect">
                                  <p:stCondLst>
                                    <p:cond delay="0"/>
                                  </p:stCondLst>
                                  <p:childTnLst>
                                    <p:set>
                                      <p:cBhvr>
                                        <p:cTn id="50" dur="1" fill="hold">
                                          <p:stCondLst>
                                            <p:cond delay="0"/>
                                          </p:stCondLst>
                                        </p:cTn>
                                        <p:tgtEl>
                                          <p:spTgt spid="289"/>
                                        </p:tgtEl>
                                        <p:attrNameLst>
                                          <p:attrName>style.visibility</p:attrName>
                                        </p:attrNameLst>
                                      </p:cBhvr>
                                      <p:to>
                                        <p:strVal val="visible"/>
                                      </p:to>
                                    </p:set>
                                  </p:childTnLst>
                                </p:cTn>
                              </p:par>
                              <p:par>
                                <p:cTn id="51" presetID="1" presetClass="entr" fill="hold" nodeType="withEffect">
                                  <p:stCondLst>
                                    <p:cond delay="0"/>
                                  </p:stCondLst>
                                  <p:childTnLst>
                                    <p:set>
                                      <p:cBhvr>
                                        <p:cTn id="52" dur="1" fill="hold">
                                          <p:stCondLst>
                                            <p:cond delay="0"/>
                                          </p:stCondLst>
                                        </p:cTn>
                                        <p:tgtEl>
                                          <p:spTgt spid="30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fill="hold" nodeType="clickEffect">
                                  <p:stCondLst>
                                    <p:cond delay="0"/>
                                  </p:stCondLst>
                                  <p:childTnLst>
                                    <p:set>
                                      <p:cBhvr>
                                        <p:cTn id="56" dur="1" fill="hold">
                                          <p:stCondLst>
                                            <p:cond delay="0"/>
                                          </p:stCondLst>
                                        </p:cTn>
                                        <p:tgtEl>
                                          <p:spTgt spid="291"/>
                                        </p:tgtEl>
                                        <p:attrNameLst>
                                          <p:attrName>style.visibility</p:attrName>
                                        </p:attrNameLst>
                                      </p:cBhvr>
                                      <p:to>
                                        <p:strVal val="visible"/>
                                      </p:to>
                                    </p:set>
                                  </p:childTnLst>
                                </p:cTn>
                              </p:par>
                              <p:par>
                                <p:cTn id="57" presetID="1" presetClass="entr" fill="hold" nodeType="withEffect">
                                  <p:stCondLst>
                                    <p:cond delay="0"/>
                                  </p:stCondLst>
                                  <p:childTnLst>
                                    <p:set>
                                      <p:cBhvr>
                                        <p:cTn id="58" dur="1" fill="hold">
                                          <p:stCondLst>
                                            <p:cond delay="0"/>
                                          </p:stCondLst>
                                        </p:cTn>
                                        <p:tgtEl>
                                          <p:spTgt spid="292"/>
                                        </p:tgtEl>
                                        <p:attrNameLst>
                                          <p:attrName>style.visibility</p:attrName>
                                        </p:attrNameLst>
                                      </p:cBhvr>
                                      <p:to>
                                        <p:strVal val="visible"/>
                                      </p:to>
                                    </p:set>
                                  </p:childTnLst>
                                </p:cTn>
                              </p:par>
                              <p:par>
                                <p:cTn id="59" presetID="1" presetClass="entr" fill="hold" nodeType="withEffect">
                                  <p:stCondLst>
                                    <p:cond delay="0"/>
                                  </p:stCondLst>
                                  <p:childTnLst>
                                    <p:set>
                                      <p:cBhvr>
                                        <p:cTn id="60" dur="1" fill="hold">
                                          <p:stCondLst>
                                            <p:cond delay="0"/>
                                          </p:stCondLst>
                                        </p:cTn>
                                        <p:tgtEl>
                                          <p:spTgt spid="293"/>
                                        </p:tgtEl>
                                        <p:attrNameLst>
                                          <p:attrName>style.visibility</p:attrName>
                                        </p:attrNameLst>
                                      </p:cBhvr>
                                      <p:to>
                                        <p:strVal val="visible"/>
                                      </p:to>
                                    </p:set>
                                  </p:childTnLst>
                                </p:cTn>
                              </p:par>
                              <p:par>
                                <p:cTn id="61" presetID="1" presetClass="entr" fill="hold" nodeType="withEffect">
                                  <p:stCondLst>
                                    <p:cond delay="0"/>
                                  </p:stCondLst>
                                  <p:childTnLst>
                                    <p:set>
                                      <p:cBhvr>
                                        <p:cTn id="62" dur="1" fill="hold">
                                          <p:stCondLst>
                                            <p:cond delay="0"/>
                                          </p:stCondLst>
                                        </p:cTn>
                                        <p:tgtEl>
                                          <p:spTgt spid="29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fill="hold" nodeType="clickEffect">
                                  <p:stCondLst>
                                    <p:cond delay="0"/>
                                  </p:stCondLst>
                                  <p:childTnLst>
                                    <p:set>
                                      <p:cBhvr>
                                        <p:cTn id="66" dur="1" fill="hold">
                                          <p:stCondLst>
                                            <p:cond delay="0"/>
                                          </p:stCondLst>
                                        </p:cTn>
                                        <p:tgtEl>
                                          <p:spTgt spid="295"/>
                                        </p:tgtEl>
                                        <p:attrNameLst>
                                          <p:attrName>style.visibility</p:attrName>
                                        </p:attrNameLst>
                                      </p:cBhvr>
                                      <p:to>
                                        <p:strVal val="visible"/>
                                      </p:to>
                                    </p:set>
                                  </p:childTnLst>
                                </p:cTn>
                              </p:par>
                              <p:par>
                                <p:cTn id="67" presetID="1" presetClass="entr" fill="hold" nodeType="withEffect">
                                  <p:stCondLst>
                                    <p:cond delay="0"/>
                                  </p:stCondLst>
                                  <p:childTnLst>
                                    <p:set>
                                      <p:cBhvr>
                                        <p:cTn id="68" dur="1" fill="hold">
                                          <p:stCondLst>
                                            <p:cond delay="0"/>
                                          </p:stCondLst>
                                        </p:cTn>
                                        <p:tgtEl>
                                          <p:spTgt spid="296"/>
                                        </p:tgtEl>
                                        <p:attrNameLst>
                                          <p:attrName>style.visibility</p:attrName>
                                        </p:attrNameLst>
                                      </p:cBhvr>
                                      <p:to>
                                        <p:strVal val="visible"/>
                                      </p:to>
                                    </p:set>
                                  </p:childTnLst>
                                </p:cTn>
                              </p:par>
                              <p:par>
                                <p:cTn id="69" presetID="1" presetClass="entr" fill="hold" nodeType="withEffect">
                                  <p:stCondLst>
                                    <p:cond delay="0"/>
                                  </p:stCondLst>
                                  <p:childTnLst>
                                    <p:set>
                                      <p:cBhvr>
                                        <p:cTn id="70" dur="1" fill="hold">
                                          <p:stCondLst>
                                            <p:cond delay="0"/>
                                          </p:stCondLst>
                                        </p:cTn>
                                        <p:tgtEl>
                                          <p:spTgt spid="297"/>
                                        </p:tgtEl>
                                        <p:attrNameLst>
                                          <p:attrName>style.visibility</p:attrName>
                                        </p:attrNameLst>
                                      </p:cBhvr>
                                      <p:to>
                                        <p:strVal val="visible"/>
                                      </p:to>
                                    </p:set>
                                  </p:childTnLst>
                                </p:cTn>
                              </p:par>
                              <p:par>
                                <p:cTn id="71" presetID="1" presetClass="entr" fill="hold" nodeType="withEffect">
                                  <p:stCondLst>
                                    <p:cond delay="0"/>
                                  </p:stCondLst>
                                  <p:childTnLst>
                                    <p:set>
                                      <p:cBhvr>
                                        <p:cTn id="72" dur="1" fill="hold">
                                          <p:stCondLst>
                                            <p:cond delay="0"/>
                                          </p:stCondLst>
                                        </p:cTn>
                                        <p:tgtEl>
                                          <p:spTgt spid="298"/>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fill="hold" nodeType="clickEffect">
                                  <p:stCondLst>
                                    <p:cond delay="0"/>
                                  </p:stCondLst>
                                  <p:childTnLst>
                                    <p:set>
                                      <p:cBhvr>
                                        <p:cTn id="76" dur="1" fill="hold">
                                          <p:stCondLst>
                                            <p:cond delay="0"/>
                                          </p:stCondLst>
                                        </p:cTn>
                                        <p:tgtEl>
                                          <p:spTgt spid="299"/>
                                        </p:tgtEl>
                                        <p:attrNameLst>
                                          <p:attrName>style.visibility</p:attrName>
                                        </p:attrNameLst>
                                      </p:cBhvr>
                                      <p:to>
                                        <p:strVal val="visible"/>
                                      </p:to>
                                    </p:set>
                                  </p:childTnLst>
                                </p:cTn>
                              </p:par>
                              <p:par>
                                <p:cTn id="77" presetID="1" presetClass="entr" fill="hold" nodeType="withEffect">
                                  <p:stCondLst>
                                    <p:cond delay="0"/>
                                  </p:stCondLst>
                                  <p:childTnLst>
                                    <p:set>
                                      <p:cBhvr>
                                        <p:cTn id="78" dur="1" fill="hold">
                                          <p:stCondLst>
                                            <p:cond delay="0"/>
                                          </p:stCondLst>
                                        </p:cTn>
                                        <p:tgtEl>
                                          <p:spTgt spid="300"/>
                                        </p:tgtEl>
                                        <p:attrNameLst>
                                          <p:attrName>style.visibility</p:attrName>
                                        </p:attrNameLst>
                                      </p:cBhvr>
                                      <p:to>
                                        <p:strVal val="visible"/>
                                      </p:to>
                                    </p:set>
                                  </p:childTnLst>
                                </p:cTn>
                              </p:par>
                              <p:par>
                                <p:cTn id="79" presetID="1" presetClass="entr" fill="hold" nodeType="withEffect">
                                  <p:stCondLst>
                                    <p:cond delay="0"/>
                                  </p:stCondLst>
                                  <p:childTnLst>
                                    <p:set>
                                      <p:cBhvr>
                                        <p:cTn id="80" dur="1" fill="hold">
                                          <p:stCondLst>
                                            <p:cond delay="0"/>
                                          </p:stCondLst>
                                        </p:cTn>
                                        <p:tgtEl>
                                          <p:spTgt spid="301"/>
                                        </p:tgtEl>
                                        <p:attrNameLst>
                                          <p:attrName>style.visibility</p:attrName>
                                        </p:attrNameLst>
                                      </p:cBhvr>
                                      <p:to>
                                        <p:strVal val="visible"/>
                                      </p:to>
                                    </p:set>
                                  </p:childTnLst>
                                </p:cTn>
                              </p:par>
                              <p:par>
                                <p:cTn id="81" presetID="1" presetClass="entr" fill="hold" nodeType="withEffect">
                                  <p:stCondLst>
                                    <p:cond delay="0"/>
                                  </p:stCondLst>
                                  <p:childTnLst>
                                    <p:set>
                                      <p:cBhvr>
                                        <p:cTn id="82" dur="1" fill="hold">
                                          <p:stCondLst>
                                            <p:cond delay="0"/>
                                          </p:stCondLst>
                                        </p:cTn>
                                        <p:tgtEl>
                                          <p:spTgt spid="3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Step 1: behind?</a:t>
            </a:r>
          </a:p>
        </p:txBody>
      </p:sp>
      <p:sp>
        <p:nvSpPr>
          <p:cNvPr id="305" name="behind banner"/>
          <p:cNvSpPr/>
          <p:nvPr/>
        </p:nvSpPr>
        <p:spPr>
          <a:xfrm>
            <a:off x="548640" y="1143000"/>
            <a:ext cx="8046360" cy="639720"/>
          </a:xfrm>
          <a:prstGeom prst="roundRect">
            <a:avLst>
              <a:gd name="adj" fmla="val 11429"/>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6" name="Text 2"/>
          <p:cNvSpPr/>
          <p:nvPr/>
        </p:nvSpPr>
        <p:spPr>
          <a:xfrm>
            <a:off x="777240" y="1143000"/>
            <a:ext cx="758916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chemeClr val="dk1"/>
                </a:solidFill>
                <a:effectLst/>
                <a:uFillTx/>
                <a:latin typeface="Calibri"/>
              </a:rPr>
              <a:t>Behind? The Pages steps are given. The four gaps are yours.</a:t>
            </a:r>
            <a:endParaRPr lang="en-US" sz="2000" b="0" u="none" strike="noStrike">
              <a:solidFill>
                <a:srgbClr val="000000"/>
              </a:solidFill>
              <a:effectLst/>
              <a:uFillTx/>
              <a:latin typeface="Arial"/>
            </a:endParaRPr>
          </a:p>
        </p:txBody>
      </p:sp>
      <p:sp>
        <p:nvSpPr>
          <p:cNvPr id="307" name="code panel"/>
          <p:cNvSpPr/>
          <p:nvPr/>
        </p:nvSpPr>
        <p:spPr>
          <a:xfrm>
            <a:off x="548640" y="1920240"/>
            <a:ext cx="8046360" cy="2925720"/>
          </a:xfrm>
          <a:prstGeom prst="roundRect">
            <a:avLst>
              <a:gd name="adj" fmla="val 2500"/>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08" name="code"/>
          <p:cNvSpPr/>
          <p:nvPr/>
        </p:nvSpPr>
        <p:spPr>
          <a:xfrm>
            <a:off x="713160" y="2030040"/>
            <a:ext cx="7717320" cy="2706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ts val="1740"/>
              </a:lnSpc>
              <a:tabLst>
                <a:tab pos="0" algn="l"/>
              </a:tabLst>
            </a:pPr>
            <a:r>
              <a:rPr lang="en-US" sz="1450" b="0" u="none" strike="noStrike">
                <a:solidFill>
                  <a:srgbClr val="9DA7B3"/>
                </a:solidFill>
                <a:effectLst/>
                <a:uFillTx/>
                <a:latin typeface="Courier New"/>
                <a:ea typeface="Courier New"/>
              </a:rPr>
              <a:t>  deploy:</a:t>
            </a:r>
            <a:endParaRPr lang="en-US" sz="1450" b="0" u="none" strike="noStrike">
              <a:solidFill>
                <a:srgbClr val="000000"/>
              </a:solidFill>
              <a:effectLst/>
              <a:uFillTx/>
              <a:latin typeface="Arial"/>
            </a:endParaRPr>
          </a:p>
          <a:p>
            <a:pPr defTabSz="914400">
              <a:lnSpc>
                <a:spcPts val="1740"/>
              </a:lnSpc>
              <a:tabLst>
                <a:tab pos="0" algn="l"/>
              </a:tabLst>
            </a:pPr>
            <a:r>
              <a:rPr lang="en-US" sz="1450" b="1" u="none" strike="noStrike">
                <a:solidFill>
                  <a:srgbClr val="E3B341"/>
                </a:solidFill>
                <a:effectLst/>
                <a:uFillTx/>
                <a:latin typeface="Courier New"/>
                <a:ea typeface="Courier New"/>
              </a:rPr>
              <a:t>    # needs: ?</a:t>
            </a:r>
            <a:endParaRPr lang="en-US" sz="1450" b="0" u="none" strike="noStrike">
              <a:solidFill>
                <a:srgbClr val="000000"/>
              </a:solidFill>
              <a:effectLst/>
              <a:uFillTx/>
              <a:latin typeface="Arial"/>
            </a:endParaRPr>
          </a:p>
          <a:p>
            <a:pPr defTabSz="914400">
              <a:lnSpc>
                <a:spcPts val="1740"/>
              </a:lnSpc>
              <a:tabLst>
                <a:tab pos="0" algn="l"/>
              </a:tabLst>
            </a:pPr>
            <a:r>
              <a:rPr lang="en-US" sz="1450" b="1" u="none" strike="noStrike">
                <a:solidFill>
                  <a:srgbClr val="E3B341"/>
                </a:solidFill>
                <a:effectLst/>
                <a:uFillTx/>
                <a:latin typeface="Courier New"/>
                <a:ea typeface="Courier New"/>
              </a:rPr>
              <a:t>    # permissions: ?</a:t>
            </a:r>
            <a:endParaRPr lang="en-US" sz="1450" b="0" u="none" strike="noStrike">
              <a:solidFill>
                <a:srgbClr val="000000"/>
              </a:solidFill>
              <a:effectLst/>
              <a:uFillTx/>
              <a:latin typeface="Arial"/>
            </a:endParaRPr>
          </a:p>
          <a:p>
            <a:pPr defTabSz="914400">
              <a:lnSpc>
                <a:spcPts val="1740"/>
              </a:lnSpc>
              <a:tabLst>
                <a:tab pos="0" algn="l"/>
              </a:tabLst>
            </a:pPr>
            <a:r>
              <a:rPr lang="en-US" sz="1450" b="0" u="none" strike="noStrike">
                <a:solidFill>
                  <a:srgbClr val="9DA7B3"/>
                </a:solidFill>
                <a:effectLst/>
                <a:uFillTx/>
                <a:latin typeface="Courier New"/>
                <a:ea typeface="Courier New"/>
              </a:rPr>
              <a:t>    runs-on: ubuntu-latest</a:t>
            </a:r>
            <a:endParaRPr lang="en-US" sz="1450" b="0" u="none" strike="noStrike">
              <a:solidFill>
                <a:srgbClr val="000000"/>
              </a:solidFill>
              <a:effectLst/>
              <a:uFillTx/>
              <a:latin typeface="Arial"/>
            </a:endParaRPr>
          </a:p>
          <a:p>
            <a:pPr defTabSz="914400">
              <a:lnSpc>
                <a:spcPts val="1740"/>
              </a:lnSpc>
              <a:tabLst>
                <a:tab pos="0" algn="l"/>
              </a:tabLst>
            </a:pPr>
            <a:r>
              <a:rPr lang="en-US" sz="1450" b="1" u="none" strike="noStrike">
                <a:solidFill>
                  <a:srgbClr val="E3B341"/>
                </a:solidFill>
                <a:effectLst/>
                <a:uFillTx/>
                <a:latin typeface="Courier New"/>
                <a:ea typeface="Courier New"/>
              </a:rPr>
              <a:t>    # environment: ?</a:t>
            </a:r>
            <a:endParaRPr lang="en-US" sz="1450" b="0" u="none" strike="noStrike">
              <a:solidFill>
                <a:srgbClr val="000000"/>
              </a:solidFill>
              <a:effectLst/>
              <a:uFillTx/>
              <a:latin typeface="Arial"/>
            </a:endParaRPr>
          </a:p>
          <a:p>
            <a:pPr defTabSz="914400">
              <a:lnSpc>
                <a:spcPts val="1740"/>
              </a:lnSpc>
              <a:tabLst>
                <a:tab pos="0" algn="l"/>
              </a:tabLst>
            </a:pPr>
            <a:r>
              <a:rPr lang="en-US" sz="1450" b="0" u="none" strike="noStrike">
                <a:solidFill>
                  <a:srgbClr val="9DA7B3"/>
                </a:solidFill>
                <a:effectLst/>
                <a:uFillTx/>
                <a:latin typeface="Courier New"/>
                <a:ea typeface="Courier New"/>
              </a:rPr>
              <a:t>    steps:</a:t>
            </a:r>
            <a:endParaRPr lang="en-US" sz="1450" b="0" u="none" strike="noStrike">
              <a:solidFill>
                <a:srgbClr val="000000"/>
              </a:solidFill>
              <a:effectLst/>
              <a:uFillTx/>
              <a:latin typeface="Arial"/>
            </a:endParaRPr>
          </a:p>
          <a:p>
            <a:pPr defTabSz="914400">
              <a:lnSpc>
                <a:spcPts val="1740"/>
              </a:lnSpc>
              <a:tabLst>
                <a:tab pos="0" algn="l"/>
              </a:tabLst>
            </a:pPr>
            <a:r>
              <a:rPr lang="en-US" sz="1450" b="1" u="none" strike="noStrike">
                <a:solidFill>
                  <a:srgbClr val="E3B341"/>
                </a:solidFill>
                <a:effectLst/>
                <a:uFillTx/>
                <a:latin typeface="Courier New"/>
                <a:ea typeface="Courier New"/>
              </a:rPr>
              <a:t>      # download both reports: ?</a:t>
            </a:r>
            <a:endParaRPr lang="en-US" sz="1450" b="0" u="none" strike="noStrike">
              <a:solidFill>
                <a:srgbClr val="000000"/>
              </a:solidFill>
              <a:effectLst/>
              <a:uFillTx/>
              <a:latin typeface="Arial"/>
            </a:endParaRPr>
          </a:p>
          <a:p>
            <a:pPr defTabSz="914400">
              <a:lnSpc>
                <a:spcPts val="1740"/>
              </a:lnSpc>
              <a:tabLst>
                <a:tab pos="0" algn="l"/>
              </a:tabLst>
            </a:pPr>
            <a:r>
              <a:rPr lang="en-US" sz="1450" b="0" u="none" strike="noStrike">
                <a:solidFill>
                  <a:srgbClr val="9DA7B3"/>
                </a:solidFill>
                <a:effectLst/>
                <a:uFillTx/>
                <a:latin typeface="Courier New"/>
                <a:ea typeface="Courier New"/>
              </a:rPr>
              <a:t>      - uses: actions/upload-pages-artifact@v5</a:t>
            </a:r>
            <a:endParaRPr lang="en-US" sz="1450" b="0" u="none" strike="noStrike">
              <a:solidFill>
                <a:srgbClr val="000000"/>
              </a:solidFill>
              <a:effectLst/>
              <a:uFillTx/>
              <a:latin typeface="Arial"/>
            </a:endParaRPr>
          </a:p>
          <a:p>
            <a:pPr defTabSz="914400">
              <a:lnSpc>
                <a:spcPts val="1740"/>
              </a:lnSpc>
              <a:tabLst>
                <a:tab pos="0" algn="l"/>
              </a:tabLst>
            </a:pPr>
            <a:r>
              <a:rPr lang="en-US" sz="1450" b="0" u="none" strike="noStrike">
                <a:solidFill>
                  <a:srgbClr val="9DA7B3"/>
                </a:solidFill>
                <a:effectLst/>
                <a:uFillTx/>
                <a:latin typeface="Courier New"/>
                <a:ea typeface="Courier New"/>
              </a:rPr>
              <a:t>        with:</a:t>
            </a:r>
            <a:endParaRPr lang="en-US" sz="1450" b="0" u="none" strike="noStrike">
              <a:solidFill>
                <a:srgbClr val="000000"/>
              </a:solidFill>
              <a:effectLst/>
              <a:uFillTx/>
              <a:latin typeface="Arial"/>
            </a:endParaRPr>
          </a:p>
          <a:p>
            <a:pPr defTabSz="914400">
              <a:lnSpc>
                <a:spcPts val="1740"/>
              </a:lnSpc>
              <a:tabLst>
                <a:tab pos="0" algn="l"/>
              </a:tabLst>
            </a:pPr>
            <a:r>
              <a:rPr lang="en-US" sz="1450" b="0" u="none" strike="noStrike">
                <a:solidFill>
                  <a:srgbClr val="9DA7B3"/>
                </a:solidFill>
                <a:effectLst/>
                <a:uFillTx/>
                <a:latin typeface="Courier New"/>
                <a:ea typeface="Courier New"/>
              </a:rPr>
              <a:t>          path: _site</a:t>
            </a:r>
            <a:endParaRPr lang="en-US" sz="1450" b="0" u="none" strike="noStrike">
              <a:solidFill>
                <a:srgbClr val="000000"/>
              </a:solidFill>
              <a:effectLst/>
              <a:uFillTx/>
              <a:latin typeface="Arial"/>
            </a:endParaRPr>
          </a:p>
          <a:p>
            <a:pPr defTabSz="914400">
              <a:lnSpc>
                <a:spcPts val="1740"/>
              </a:lnSpc>
              <a:tabLst>
                <a:tab pos="0" algn="l"/>
              </a:tabLst>
            </a:pPr>
            <a:r>
              <a:rPr lang="en-US" sz="1450" b="0" u="none" strike="noStrike">
                <a:solidFill>
                  <a:srgbClr val="9DA7B3"/>
                </a:solidFill>
                <a:effectLst/>
                <a:uFillTx/>
                <a:latin typeface="Courier New"/>
                <a:ea typeface="Courier New"/>
              </a:rPr>
              <a:t>      - id: deployment</a:t>
            </a:r>
            <a:endParaRPr lang="en-US" sz="1450" b="0" u="none" strike="noStrike">
              <a:solidFill>
                <a:srgbClr val="000000"/>
              </a:solidFill>
              <a:effectLst/>
              <a:uFillTx/>
              <a:latin typeface="Arial"/>
            </a:endParaRPr>
          </a:p>
          <a:p>
            <a:pPr defTabSz="914400">
              <a:lnSpc>
                <a:spcPts val="1740"/>
              </a:lnSpc>
              <a:tabLst>
                <a:tab pos="0" algn="l"/>
              </a:tabLst>
            </a:pPr>
            <a:r>
              <a:rPr lang="en-US" sz="1450" b="0" u="none" strike="noStrike">
                <a:solidFill>
                  <a:srgbClr val="9DA7B3"/>
                </a:solidFill>
                <a:effectLst/>
                <a:uFillTx/>
                <a:latin typeface="Courier New"/>
                <a:ea typeface="Courier New"/>
              </a:rPr>
              <a:t>        uses: actions/deploy-pages@v5</a:t>
            </a:r>
            <a:endParaRPr lang="en-US" sz="1450" b="0" u="none" strike="noStrike">
              <a:solidFill>
                <a:srgbClr val="000000"/>
              </a:solidFill>
              <a:effectLst/>
              <a:uFillTx/>
              <a:latin typeface="Arial"/>
            </a:endParaRPr>
          </a:p>
        </p:txBody>
      </p:sp>
      <p:sp>
        <p:nvSpPr>
          <p:cNvPr id="309" name="PlaceHolder 2"/>
          <p:cNvSpPr>
            <a:spLocks noGrp="1"/>
          </p:cNvSpPr>
          <p:nvPr>
            <p:ph type="sldNum" idx="35"/>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497501C2-FBD6-4C59-941E-EDBE87AB2F37}" type="slidenum">
              <a:rPr lang="en-US" sz="1000" b="0" u="none" strike="noStrike">
                <a:solidFill>
                  <a:schemeClr val="accent6"/>
                </a:solidFill>
                <a:effectLst/>
                <a:uFillTx/>
                <a:latin typeface="Calibri"/>
              </a:rPr>
              <a:t>29</a:t>
            </a:fld>
            <a:endParaRPr lang="en-US" sz="1000" b="0" u="none" strike="noStrike">
              <a:solidFill>
                <a:srgbClr val="000000"/>
              </a:solidFill>
              <a:effectLst/>
              <a:uFillTx/>
              <a:latin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Step 1: answer</a:t>
            </a:r>
          </a:p>
        </p:txBody>
      </p:sp>
      <p:sp>
        <p:nvSpPr>
          <p:cNvPr id="311" name="code panel"/>
          <p:cNvSpPr/>
          <p:nvPr/>
        </p:nvSpPr>
        <p:spPr>
          <a:xfrm>
            <a:off x="320040" y="1005840"/>
            <a:ext cx="8503560" cy="3931560"/>
          </a:xfrm>
          <a:prstGeom prst="roundRect">
            <a:avLst>
              <a:gd name="adj" fmla="val 1860"/>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12" name="code"/>
          <p:cNvSpPr/>
          <p:nvPr/>
        </p:nvSpPr>
        <p:spPr>
          <a:xfrm>
            <a:off x="429840" y="1051560"/>
            <a:ext cx="8283960" cy="384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ts val="1301"/>
              </a:lnSpc>
              <a:tabLst>
                <a:tab pos="0" algn="l"/>
              </a:tabLst>
            </a:pPr>
            <a:r>
              <a:rPr lang="en-US" sz="1300" b="0" u="none" strike="noStrike">
                <a:solidFill>
                  <a:schemeClr val="lt2"/>
                </a:solidFill>
                <a:effectLst/>
                <a:uFillTx/>
                <a:latin typeface="Courier New"/>
                <a:ea typeface="Courier New"/>
              </a:rPr>
              <a:t>  deploy:</a:t>
            </a:r>
            <a:endParaRPr lang="en-US" sz="1300" b="0" u="none" strike="noStrike">
              <a:solidFill>
                <a:srgbClr val="000000"/>
              </a:solidFill>
              <a:effectLst/>
              <a:uFillTx/>
              <a:latin typeface="Arial"/>
            </a:endParaRPr>
          </a:p>
          <a:p>
            <a:pPr defTabSz="914400">
              <a:lnSpc>
                <a:spcPts val="1301"/>
              </a:lnSpc>
              <a:tabLst>
                <a:tab pos="0" algn="l"/>
              </a:tabLst>
            </a:pPr>
            <a:r>
              <a:rPr lang="en-US" sz="1300" b="0" u="none" strike="noStrike">
                <a:solidFill>
                  <a:schemeClr val="lt2"/>
                </a:solidFill>
                <a:effectLst/>
                <a:uFillTx/>
                <a:latin typeface="Courier New"/>
                <a:ea typeface="Courier New"/>
              </a:rPr>
              <a:t>    needs: run_tests</a:t>
            </a:r>
            <a:endParaRPr lang="en-US" sz="1300" b="0" u="none" strike="noStrike">
              <a:solidFill>
                <a:srgbClr val="000000"/>
              </a:solidFill>
              <a:effectLst/>
              <a:uFillTx/>
              <a:latin typeface="Arial"/>
            </a:endParaRPr>
          </a:p>
          <a:p>
            <a:pPr defTabSz="914400">
              <a:lnSpc>
                <a:spcPts val="1301"/>
              </a:lnSpc>
              <a:tabLst>
                <a:tab pos="0" algn="l"/>
              </a:tabLst>
            </a:pPr>
            <a:r>
              <a:rPr lang="en-US" sz="1300" b="0" u="none" strike="noStrike">
                <a:solidFill>
                  <a:schemeClr val="lt2"/>
                </a:solidFill>
                <a:effectLst/>
                <a:uFillTx/>
                <a:latin typeface="Courier New"/>
                <a:ea typeface="Courier New"/>
              </a:rPr>
              <a:t>    runs-on: ubuntu-latest</a:t>
            </a:r>
            <a:endParaRPr lang="en-US" sz="1300" b="0" u="none" strike="noStrike">
              <a:solidFill>
                <a:srgbClr val="000000"/>
              </a:solidFill>
              <a:effectLst/>
              <a:uFillTx/>
              <a:latin typeface="Arial"/>
            </a:endParaRPr>
          </a:p>
          <a:p>
            <a:pPr defTabSz="914400">
              <a:lnSpc>
                <a:spcPts val="1301"/>
              </a:lnSpc>
              <a:tabLst>
                <a:tab pos="0" algn="l"/>
              </a:tabLst>
            </a:pPr>
            <a:r>
              <a:rPr lang="en-US" sz="1300" b="0" u="none" strike="noStrike">
                <a:solidFill>
                  <a:schemeClr val="lt2"/>
                </a:solidFill>
                <a:effectLst/>
                <a:uFillTx/>
                <a:latin typeface="Courier New"/>
                <a:ea typeface="Courier New"/>
              </a:rPr>
              <a:t>    permissions:</a:t>
            </a:r>
            <a:endParaRPr lang="en-US" sz="1300" b="0" u="none" strike="noStrike">
              <a:solidFill>
                <a:srgbClr val="000000"/>
              </a:solidFill>
              <a:effectLst/>
              <a:uFillTx/>
              <a:latin typeface="Arial"/>
            </a:endParaRPr>
          </a:p>
          <a:p>
            <a:pPr defTabSz="914400">
              <a:lnSpc>
                <a:spcPts val="1301"/>
              </a:lnSpc>
              <a:tabLst>
                <a:tab pos="0" algn="l"/>
              </a:tabLst>
            </a:pPr>
            <a:r>
              <a:rPr lang="en-US" sz="1300" b="0" u="none" strike="noStrike">
                <a:solidFill>
                  <a:schemeClr val="lt2"/>
                </a:solidFill>
                <a:effectLst/>
                <a:uFillTx/>
                <a:latin typeface="Courier New"/>
                <a:ea typeface="Courier New"/>
              </a:rPr>
              <a:t>      pages: write</a:t>
            </a:r>
            <a:endParaRPr lang="en-US" sz="1300" b="0" u="none" strike="noStrike">
              <a:solidFill>
                <a:srgbClr val="000000"/>
              </a:solidFill>
              <a:effectLst/>
              <a:uFillTx/>
              <a:latin typeface="Arial"/>
            </a:endParaRPr>
          </a:p>
          <a:p>
            <a:pPr defTabSz="914400">
              <a:lnSpc>
                <a:spcPts val="1301"/>
              </a:lnSpc>
              <a:tabLst>
                <a:tab pos="0" algn="l"/>
              </a:tabLst>
            </a:pPr>
            <a:r>
              <a:rPr lang="en-US" sz="1300" b="0" u="none" strike="noStrike">
                <a:solidFill>
                  <a:schemeClr val="lt2"/>
                </a:solidFill>
                <a:effectLst/>
                <a:uFillTx/>
                <a:latin typeface="Courier New"/>
                <a:ea typeface="Courier New"/>
              </a:rPr>
              <a:t>      id-token: write</a:t>
            </a:r>
            <a:endParaRPr lang="en-US" sz="1300" b="0" u="none" strike="noStrike">
              <a:solidFill>
                <a:srgbClr val="000000"/>
              </a:solidFill>
              <a:effectLst/>
              <a:uFillTx/>
              <a:latin typeface="Arial"/>
            </a:endParaRPr>
          </a:p>
          <a:p>
            <a:pPr defTabSz="914400">
              <a:lnSpc>
                <a:spcPts val="1301"/>
              </a:lnSpc>
              <a:tabLst>
                <a:tab pos="0" algn="l"/>
              </a:tabLst>
            </a:pPr>
            <a:r>
              <a:rPr lang="en-US" sz="1300" b="0" u="none" strike="noStrike">
                <a:solidFill>
                  <a:schemeClr val="lt2"/>
                </a:solidFill>
                <a:effectLst/>
                <a:uFillTx/>
                <a:latin typeface="Courier New"/>
                <a:ea typeface="Courier New"/>
              </a:rPr>
              <a:t>    environment:</a:t>
            </a:r>
            <a:endParaRPr lang="en-US" sz="1300" b="0" u="none" strike="noStrike">
              <a:solidFill>
                <a:srgbClr val="000000"/>
              </a:solidFill>
              <a:effectLst/>
              <a:uFillTx/>
              <a:latin typeface="Arial"/>
            </a:endParaRPr>
          </a:p>
          <a:p>
            <a:pPr defTabSz="914400">
              <a:lnSpc>
                <a:spcPts val="1301"/>
              </a:lnSpc>
              <a:tabLst>
                <a:tab pos="0" algn="l"/>
              </a:tabLst>
            </a:pPr>
            <a:r>
              <a:rPr lang="en-US" sz="1300" b="0" u="none" strike="noStrike">
                <a:solidFill>
                  <a:schemeClr val="lt2"/>
                </a:solidFill>
                <a:effectLst/>
                <a:uFillTx/>
                <a:latin typeface="Courier New"/>
                <a:ea typeface="Courier New"/>
              </a:rPr>
              <a:t>      name: github-pages</a:t>
            </a:r>
            <a:endParaRPr lang="en-US" sz="1300" b="0" u="none" strike="noStrike">
              <a:solidFill>
                <a:srgbClr val="000000"/>
              </a:solidFill>
              <a:effectLst/>
              <a:uFillTx/>
              <a:latin typeface="Arial"/>
            </a:endParaRPr>
          </a:p>
          <a:p>
            <a:pPr defTabSz="914400">
              <a:lnSpc>
                <a:spcPts val="1301"/>
              </a:lnSpc>
              <a:tabLst>
                <a:tab pos="0" algn="l"/>
              </a:tabLst>
            </a:pPr>
            <a:r>
              <a:rPr lang="en-US" sz="1300" b="0" u="none" strike="noStrike">
                <a:solidFill>
                  <a:schemeClr val="lt2"/>
                </a:solidFill>
                <a:effectLst/>
                <a:uFillTx/>
                <a:latin typeface="Courier New"/>
                <a:ea typeface="Courier New"/>
              </a:rPr>
              <a:t>      url: ${{ steps.deployment.outputs.page_url }}</a:t>
            </a:r>
            <a:endParaRPr lang="en-US" sz="1300" b="0" u="none" strike="noStrike">
              <a:solidFill>
                <a:srgbClr val="000000"/>
              </a:solidFill>
              <a:effectLst/>
              <a:uFillTx/>
              <a:latin typeface="Arial"/>
            </a:endParaRPr>
          </a:p>
          <a:p>
            <a:pPr defTabSz="914400">
              <a:lnSpc>
                <a:spcPts val="1301"/>
              </a:lnSpc>
              <a:tabLst>
                <a:tab pos="0" algn="l"/>
              </a:tabLst>
            </a:pPr>
            <a:r>
              <a:rPr lang="en-US" sz="1300" b="0" u="none" strike="noStrike">
                <a:solidFill>
                  <a:schemeClr val="lt2"/>
                </a:solidFill>
                <a:effectLst/>
                <a:uFillTx/>
                <a:latin typeface="Courier New"/>
                <a:ea typeface="Courier New"/>
              </a:rPr>
              <a:t>    steps:</a:t>
            </a:r>
            <a:endParaRPr lang="en-US" sz="1300" b="0" u="none" strike="noStrike">
              <a:solidFill>
                <a:srgbClr val="000000"/>
              </a:solidFill>
              <a:effectLst/>
              <a:uFillTx/>
              <a:latin typeface="Arial"/>
            </a:endParaRPr>
          </a:p>
          <a:p>
            <a:pPr defTabSz="914400">
              <a:lnSpc>
                <a:spcPts val="1301"/>
              </a:lnSpc>
              <a:tabLst>
                <a:tab pos="0" algn="l"/>
              </a:tabLst>
            </a:pPr>
            <a:r>
              <a:rPr lang="en-US" sz="1300" b="0" u="none" strike="noStrike">
                <a:solidFill>
                  <a:schemeClr val="lt2"/>
                </a:solidFill>
                <a:effectLst/>
                <a:uFillTx/>
                <a:latin typeface="Courier New"/>
                <a:ea typeface="Courier New"/>
              </a:rPr>
              <a:t>      - uses: actions/download-artifact@v8</a:t>
            </a:r>
            <a:endParaRPr lang="en-US" sz="1300" b="0" u="none" strike="noStrike">
              <a:solidFill>
                <a:srgbClr val="000000"/>
              </a:solidFill>
              <a:effectLst/>
              <a:uFillTx/>
              <a:latin typeface="Arial"/>
            </a:endParaRPr>
          </a:p>
          <a:p>
            <a:pPr defTabSz="914400">
              <a:lnSpc>
                <a:spcPts val="1301"/>
              </a:lnSpc>
              <a:tabLst>
                <a:tab pos="0" algn="l"/>
              </a:tabLst>
            </a:pPr>
            <a:r>
              <a:rPr lang="en-US" sz="1300" b="0" u="none" strike="noStrike">
                <a:solidFill>
                  <a:schemeClr val="lt2"/>
                </a:solidFill>
                <a:effectLst/>
                <a:uFillTx/>
                <a:latin typeface="Courier New"/>
                <a:ea typeface="Courier New"/>
              </a:rPr>
              <a:t>        with:</a:t>
            </a:r>
            <a:endParaRPr lang="en-US" sz="1300" b="0" u="none" strike="noStrike">
              <a:solidFill>
                <a:srgbClr val="000000"/>
              </a:solidFill>
              <a:effectLst/>
              <a:uFillTx/>
              <a:latin typeface="Arial"/>
            </a:endParaRPr>
          </a:p>
          <a:p>
            <a:pPr defTabSz="914400">
              <a:lnSpc>
                <a:spcPts val="1301"/>
              </a:lnSpc>
              <a:tabLst>
                <a:tab pos="0" algn="l"/>
              </a:tabLst>
            </a:pPr>
            <a:r>
              <a:rPr lang="en-US" sz="1300" b="0" u="none" strike="noStrike">
                <a:solidFill>
                  <a:schemeClr val="lt2"/>
                </a:solidFill>
                <a:effectLst/>
                <a:uFillTx/>
                <a:latin typeface="Courier New"/>
                <a:ea typeface="Courier New"/>
              </a:rPr>
              <a:t>          name: tasks-api-3.12-bandit-report</a:t>
            </a:r>
            <a:endParaRPr lang="en-US" sz="1300" b="0" u="none" strike="noStrike">
              <a:solidFill>
                <a:srgbClr val="000000"/>
              </a:solidFill>
              <a:effectLst/>
              <a:uFillTx/>
              <a:latin typeface="Arial"/>
            </a:endParaRPr>
          </a:p>
          <a:p>
            <a:pPr defTabSz="914400">
              <a:lnSpc>
                <a:spcPts val="1301"/>
              </a:lnSpc>
              <a:tabLst>
                <a:tab pos="0" algn="l"/>
              </a:tabLst>
            </a:pPr>
            <a:r>
              <a:rPr lang="en-US" sz="1300" b="0" u="none" strike="noStrike">
                <a:solidFill>
                  <a:schemeClr val="lt2"/>
                </a:solidFill>
                <a:effectLst/>
                <a:uFillTx/>
                <a:latin typeface="Courier New"/>
                <a:ea typeface="Courier New"/>
              </a:rPr>
              <a:t>          path: _site</a:t>
            </a:r>
            <a:endParaRPr lang="en-US" sz="1300" b="0" u="none" strike="noStrike">
              <a:solidFill>
                <a:srgbClr val="000000"/>
              </a:solidFill>
              <a:effectLst/>
              <a:uFillTx/>
              <a:latin typeface="Arial"/>
            </a:endParaRPr>
          </a:p>
          <a:p>
            <a:pPr defTabSz="914400">
              <a:lnSpc>
                <a:spcPts val="1301"/>
              </a:lnSpc>
              <a:tabLst>
                <a:tab pos="0" algn="l"/>
              </a:tabLst>
            </a:pPr>
            <a:r>
              <a:rPr lang="en-US" sz="1300" b="0" u="none" strike="noStrike">
                <a:solidFill>
                  <a:schemeClr val="lt2"/>
                </a:solidFill>
                <a:effectLst/>
                <a:uFillTx/>
                <a:latin typeface="Courier New"/>
                <a:ea typeface="Courier New"/>
              </a:rPr>
              <a:t>      - uses: actions/download-artifact@v8</a:t>
            </a:r>
            <a:endParaRPr lang="en-US" sz="1300" b="0" u="none" strike="noStrike">
              <a:solidFill>
                <a:srgbClr val="000000"/>
              </a:solidFill>
              <a:effectLst/>
              <a:uFillTx/>
              <a:latin typeface="Arial"/>
            </a:endParaRPr>
          </a:p>
          <a:p>
            <a:pPr defTabSz="914400">
              <a:lnSpc>
                <a:spcPts val="1301"/>
              </a:lnSpc>
              <a:tabLst>
                <a:tab pos="0" algn="l"/>
              </a:tabLst>
            </a:pPr>
            <a:r>
              <a:rPr lang="en-US" sz="1300" b="0" u="none" strike="noStrike">
                <a:solidFill>
                  <a:schemeClr val="lt2"/>
                </a:solidFill>
                <a:effectLst/>
                <a:uFillTx/>
                <a:latin typeface="Courier New"/>
                <a:ea typeface="Courier New"/>
              </a:rPr>
              <a:t>        with:</a:t>
            </a:r>
            <a:endParaRPr lang="en-US" sz="1300" b="0" u="none" strike="noStrike">
              <a:solidFill>
                <a:srgbClr val="000000"/>
              </a:solidFill>
              <a:effectLst/>
              <a:uFillTx/>
              <a:latin typeface="Arial"/>
            </a:endParaRPr>
          </a:p>
          <a:p>
            <a:pPr defTabSz="914400">
              <a:lnSpc>
                <a:spcPts val="1301"/>
              </a:lnSpc>
              <a:tabLst>
                <a:tab pos="0" algn="l"/>
              </a:tabLst>
            </a:pPr>
            <a:r>
              <a:rPr lang="en-US" sz="1300" b="0" u="none" strike="noStrike">
                <a:solidFill>
                  <a:schemeClr val="lt2"/>
                </a:solidFill>
                <a:effectLst/>
                <a:uFillTx/>
                <a:latin typeface="Courier New"/>
                <a:ea typeface="Courier New"/>
              </a:rPr>
              <a:t>          name: title-normalizer-3.12-bandit-report</a:t>
            </a:r>
            <a:endParaRPr lang="en-US" sz="1300" b="0" u="none" strike="noStrike">
              <a:solidFill>
                <a:srgbClr val="000000"/>
              </a:solidFill>
              <a:effectLst/>
              <a:uFillTx/>
              <a:latin typeface="Arial"/>
            </a:endParaRPr>
          </a:p>
          <a:p>
            <a:pPr defTabSz="914400">
              <a:lnSpc>
                <a:spcPts val="1301"/>
              </a:lnSpc>
              <a:tabLst>
                <a:tab pos="0" algn="l"/>
              </a:tabLst>
            </a:pPr>
            <a:r>
              <a:rPr lang="en-US" sz="1300" b="0" u="none" strike="noStrike">
                <a:solidFill>
                  <a:schemeClr val="lt2"/>
                </a:solidFill>
                <a:effectLst/>
                <a:uFillTx/>
                <a:latin typeface="Courier New"/>
                <a:ea typeface="Courier New"/>
              </a:rPr>
              <a:t>          path: _site</a:t>
            </a:r>
            <a:endParaRPr lang="en-US" sz="1300" b="0" u="none" strike="noStrike">
              <a:solidFill>
                <a:srgbClr val="000000"/>
              </a:solidFill>
              <a:effectLst/>
              <a:uFillTx/>
              <a:latin typeface="Arial"/>
            </a:endParaRPr>
          </a:p>
          <a:p>
            <a:pPr defTabSz="914400">
              <a:lnSpc>
                <a:spcPts val="1301"/>
              </a:lnSpc>
              <a:tabLst>
                <a:tab pos="0" algn="l"/>
              </a:tabLst>
            </a:pPr>
            <a:r>
              <a:rPr lang="en-US" sz="1300" b="0" u="none" strike="noStrike">
                <a:solidFill>
                  <a:schemeClr val="lt2"/>
                </a:solidFill>
                <a:effectLst/>
                <a:uFillTx/>
                <a:latin typeface="Courier New"/>
                <a:ea typeface="Courier New"/>
              </a:rPr>
              <a:t>      - uses: actions/upload-pages-artifact@v5</a:t>
            </a:r>
            <a:endParaRPr lang="en-US" sz="1300" b="0" u="none" strike="noStrike">
              <a:solidFill>
                <a:srgbClr val="000000"/>
              </a:solidFill>
              <a:effectLst/>
              <a:uFillTx/>
              <a:latin typeface="Arial"/>
            </a:endParaRPr>
          </a:p>
          <a:p>
            <a:pPr defTabSz="914400">
              <a:lnSpc>
                <a:spcPts val="1301"/>
              </a:lnSpc>
              <a:tabLst>
                <a:tab pos="0" algn="l"/>
              </a:tabLst>
            </a:pPr>
            <a:r>
              <a:rPr lang="en-US" sz="1300" b="0" u="none" strike="noStrike">
                <a:solidFill>
                  <a:schemeClr val="lt2"/>
                </a:solidFill>
                <a:effectLst/>
                <a:uFillTx/>
                <a:latin typeface="Courier New"/>
                <a:ea typeface="Courier New"/>
              </a:rPr>
              <a:t>        with:</a:t>
            </a:r>
            <a:endParaRPr lang="en-US" sz="1300" b="0" u="none" strike="noStrike">
              <a:solidFill>
                <a:srgbClr val="000000"/>
              </a:solidFill>
              <a:effectLst/>
              <a:uFillTx/>
              <a:latin typeface="Arial"/>
            </a:endParaRPr>
          </a:p>
          <a:p>
            <a:pPr defTabSz="914400">
              <a:lnSpc>
                <a:spcPts val="1301"/>
              </a:lnSpc>
              <a:tabLst>
                <a:tab pos="0" algn="l"/>
              </a:tabLst>
            </a:pPr>
            <a:r>
              <a:rPr lang="en-US" sz="1300" b="0" u="none" strike="noStrike">
                <a:solidFill>
                  <a:schemeClr val="lt2"/>
                </a:solidFill>
                <a:effectLst/>
                <a:uFillTx/>
                <a:latin typeface="Courier New"/>
                <a:ea typeface="Courier New"/>
              </a:rPr>
              <a:t>          path: _site</a:t>
            </a:r>
            <a:endParaRPr lang="en-US" sz="1300" b="0" u="none" strike="noStrike">
              <a:solidFill>
                <a:srgbClr val="000000"/>
              </a:solidFill>
              <a:effectLst/>
              <a:uFillTx/>
              <a:latin typeface="Arial"/>
            </a:endParaRPr>
          </a:p>
          <a:p>
            <a:pPr defTabSz="914400">
              <a:lnSpc>
                <a:spcPts val="1301"/>
              </a:lnSpc>
              <a:tabLst>
                <a:tab pos="0" algn="l"/>
              </a:tabLst>
            </a:pPr>
            <a:r>
              <a:rPr lang="en-US" sz="1300" b="0" u="none" strike="noStrike">
                <a:solidFill>
                  <a:schemeClr val="lt2"/>
                </a:solidFill>
                <a:effectLst/>
                <a:uFillTx/>
                <a:latin typeface="Courier New"/>
                <a:ea typeface="Courier New"/>
              </a:rPr>
              <a:t>      - id: deployment</a:t>
            </a:r>
            <a:endParaRPr lang="en-US" sz="1300" b="0" u="none" strike="noStrike">
              <a:solidFill>
                <a:srgbClr val="000000"/>
              </a:solidFill>
              <a:effectLst/>
              <a:uFillTx/>
              <a:latin typeface="Arial"/>
            </a:endParaRPr>
          </a:p>
          <a:p>
            <a:pPr defTabSz="914400">
              <a:lnSpc>
                <a:spcPts val="1301"/>
              </a:lnSpc>
              <a:tabLst>
                <a:tab pos="0" algn="l"/>
              </a:tabLst>
            </a:pPr>
            <a:r>
              <a:rPr lang="en-US" sz="1300" b="0" u="none" strike="noStrike">
                <a:solidFill>
                  <a:schemeClr val="lt2"/>
                </a:solidFill>
                <a:effectLst/>
                <a:uFillTx/>
                <a:latin typeface="Courier New"/>
                <a:ea typeface="Courier New"/>
              </a:rPr>
              <a:t>        uses: actions/deploy-pages@v5</a:t>
            </a:r>
            <a:endParaRPr lang="en-US" sz="1300" b="0" u="none" strike="noStrike">
              <a:solidFill>
                <a:srgbClr val="000000"/>
              </a:solidFill>
              <a:effectLst/>
              <a:uFillTx/>
              <a:latin typeface="Arial"/>
            </a:endParaRPr>
          </a:p>
        </p:txBody>
      </p:sp>
      <p:sp>
        <p:nvSpPr>
          <p:cNvPr id="313" name="Text 3"/>
          <p:cNvSpPr/>
          <p:nvPr/>
        </p:nvSpPr>
        <p:spPr>
          <a:xfrm>
            <a:off x="3383280" y="411480"/>
            <a:ext cx="557748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400" b="1" u="none" strike="noStrike">
                <a:solidFill>
                  <a:schemeClr val="accent1"/>
                </a:solidFill>
                <a:effectLst/>
                <a:uFillTx/>
                <a:latin typeface="Calibri"/>
              </a:rPr>
              <a:t>The whole job is new.</a:t>
            </a:r>
            <a:endParaRPr lang="en-US" sz="1400" b="0" u="none" strike="noStrike">
              <a:solidFill>
                <a:srgbClr val="000000"/>
              </a:solidFill>
              <a:effectLst/>
              <a:uFillTx/>
              <a:latin typeface="Arial"/>
            </a:endParaRPr>
          </a:p>
        </p:txBody>
      </p:sp>
      <p:sp>
        <p:nvSpPr>
          <p:cNvPr id="314" name="PlaceHolder 2"/>
          <p:cNvSpPr>
            <a:spLocks noGrp="1"/>
          </p:cNvSpPr>
          <p:nvPr>
            <p:ph type="sldNum" idx="36"/>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rgbClr val="F3F5F7"/>
                </a:solidFill>
                <a:effectLst/>
                <a:uFillTx/>
                <a:latin typeface="Calibri"/>
              </a:defRPr>
            </a:lvl1pPr>
          </a:lstStyle>
          <a:p>
            <a:pPr indent="0" algn="r" defTabSz="914400">
              <a:lnSpc>
                <a:spcPct val="100000"/>
              </a:lnSpc>
              <a:buNone/>
            </a:pPr>
            <a:fld id="{7160F2F7-808D-4EF5-B3AE-4B0E6BC45E71}" type="slidenum">
              <a:rPr lang="en-US" sz="1000" b="0" u="none" strike="noStrike">
                <a:solidFill>
                  <a:srgbClr val="F3F5F7"/>
                </a:solidFill>
                <a:effectLst/>
                <a:uFillTx/>
                <a:latin typeface="Calibri"/>
              </a:rPr>
              <a:t>30</a:t>
            </a:fld>
            <a:endParaRPr lang="en-US" sz="1000" b="0" u="none" strike="noStrike">
              <a:solidFill>
                <a:srgbClr val="000000"/>
              </a:solidFill>
              <a:effectLst/>
              <a:uFillTx/>
              <a:latin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Step 2</a:t>
            </a:r>
          </a:p>
        </p:txBody>
      </p:sp>
      <p:sp>
        <p:nvSpPr>
          <p:cNvPr id="316" name="requirement"/>
          <p:cNvSpPr/>
          <p:nvPr/>
        </p:nvSpPr>
        <p:spPr>
          <a:xfrm>
            <a:off x="548640" y="1280160"/>
            <a:ext cx="8046360" cy="2377080"/>
          </a:xfrm>
          <a:prstGeom prst="roundRect">
            <a:avLst>
              <a:gd name="adj" fmla="val 3077"/>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7" name="requirement bar"/>
          <p:cNvSpPr/>
          <p:nvPr/>
        </p:nvSpPr>
        <p:spPr>
          <a:xfrm>
            <a:off x="548640" y="1280160"/>
            <a:ext cx="91080" cy="23770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18" name="Text 3"/>
          <p:cNvSpPr/>
          <p:nvPr/>
        </p:nvSpPr>
        <p:spPr>
          <a:xfrm>
            <a:off x="914400" y="1371600"/>
            <a:ext cx="7497720" cy="219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0" u="none" strike="noStrike">
                <a:solidFill>
                  <a:schemeClr val="dk1"/>
                </a:solidFill>
                <a:effectLst/>
                <a:uFillTx/>
                <a:latin typeface="Calibri"/>
              </a:rPr>
              <a:t>Add </a:t>
            </a:r>
            <a:r>
              <a:rPr lang="en-US" sz="2600" b="0" u="none" strike="noStrike">
                <a:solidFill>
                  <a:schemeClr val="dk1"/>
                </a:solidFill>
                <a:effectLst/>
                <a:uFillTx/>
                <a:latin typeface="Courier New"/>
                <a:ea typeface="Courier New"/>
              </a:rPr>
              <a:t>index.html</a:t>
            </a:r>
            <a:r>
              <a:rPr lang="en-US" sz="2600" b="0" u="none" strike="noStrike">
                <a:solidFill>
                  <a:schemeClr val="dk1"/>
                </a:solidFill>
                <a:effectLst/>
                <a:uFillTx/>
                <a:latin typeface="Calibri"/>
                <a:ea typeface="Courier New"/>
              </a:rPr>
              <a:t> to the same folder, with a heading and one link to each report. Each link goes to the exact file name you downloaded.</a:t>
            </a:r>
            <a:endParaRPr lang="en-US" sz="2600" b="0" u="none" strike="noStrike">
              <a:solidFill>
                <a:srgbClr val="000000"/>
              </a:solidFill>
              <a:effectLst/>
              <a:uFillTx/>
              <a:latin typeface="Arial"/>
            </a:endParaRPr>
          </a:p>
        </p:txBody>
      </p:sp>
      <p:sp>
        <p:nvSpPr>
          <p:cNvPr id="319" name="PlaceHolder 2"/>
          <p:cNvSpPr>
            <a:spLocks noGrp="1"/>
          </p:cNvSpPr>
          <p:nvPr>
            <p:ph type="sldNum" idx="37"/>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FDAC7CC9-9814-4568-BC6C-609A3549683D}" type="slidenum">
              <a:rPr lang="en-US" sz="1000" b="0" u="none" strike="noStrike">
                <a:solidFill>
                  <a:schemeClr val="accent6"/>
                </a:solidFill>
                <a:effectLst/>
                <a:uFillTx/>
                <a:latin typeface="Calibri"/>
              </a:rPr>
              <a:t>31</a:t>
            </a:fld>
            <a:endParaRPr lang="en-US" sz="1000" b="0" u="none" strike="noStrike">
              <a:solidFill>
                <a:srgbClr val="000000"/>
              </a:solidFill>
              <a:effectLst/>
              <a:uFillTx/>
              <a:latin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Step 2: stuck?</a:t>
            </a:r>
          </a:p>
        </p:txBody>
      </p:sp>
      <p:sp>
        <p:nvSpPr>
          <p:cNvPr id="321" name="requirement line"/>
          <p:cNvSpPr/>
          <p:nvPr/>
        </p:nvSpPr>
        <p:spPr>
          <a:xfrm>
            <a:off x="548640" y="1060560"/>
            <a:ext cx="8046360" cy="347040"/>
          </a:xfrm>
          <a:prstGeom prst="roundRect">
            <a:avLst>
              <a:gd name="adj" fmla="val 21053"/>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22" name="Text 2"/>
          <p:cNvSpPr/>
          <p:nvPr/>
        </p:nvSpPr>
        <p:spPr>
          <a:xfrm>
            <a:off x="777240" y="1060560"/>
            <a:ext cx="75891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chemeClr val="lt1"/>
                </a:solidFill>
                <a:effectLst/>
                <a:uFillTx/>
                <a:latin typeface="Calibri"/>
              </a:rPr>
              <a:t>Add </a:t>
            </a:r>
            <a:r>
              <a:rPr lang="en-US" sz="1600" b="1" u="none" strike="noStrike">
                <a:solidFill>
                  <a:schemeClr val="lt1"/>
                </a:solidFill>
                <a:effectLst/>
                <a:uFillTx/>
                <a:latin typeface="Courier New"/>
                <a:ea typeface="Courier New"/>
              </a:rPr>
              <a:t>index.html</a:t>
            </a:r>
            <a:r>
              <a:rPr lang="en-US" sz="1600" b="1" u="none" strike="noStrike">
                <a:solidFill>
                  <a:schemeClr val="lt1"/>
                </a:solidFill>
                <a:effectLst/>
                <a:uFillTx/>
                <a:latin typeface="Calibri"/>
                <a:ea typeface="Courier New"/>
              </a:rPr>
              <a:t> to the folder with a heading and one link to each report.</a:t>
            </a:r>
            <a:endParaRPr lang="en-US" sz="1600" b="0" u="none" strike="noStrike">
              <a:solidFill>
                <a:srgbClr val="000000"/>
              </a:solidFill>
              <a:effectLst/>
              <a:uFillTx/>
              <a:latin typeface="Arial"/>
            </a:endParaRPr>
          </a:p>
        </p:txBody>
      </p:sp>
      <p:sp>
        <p:nvSpPr>
          <p:cNvPr id="323" name="hint a card"/>
          <p:cNvSpPr/>
          <p:nvPr/>
        </p:nvSpPr>
        <p:spPr>
          <a:xfrm>
            <a:off x="548640" y="1481400"/>
            <a:ext cx="8046360" cy="824760"/>
          </a:xfrm>
          <a:prstGeom prst="roundRect">
            <a:avLst>
              <a:gd name="adj" fmla="val 8864"/>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24" name="hint a circle"/>
          <p:cNvSpPr/>
          <p:nvPr/>
        </p:nvSpPr>
        <p:spPr>
          <a:xfrm>
            <a:off x="640080" y="1729440"/>
            <a:ext cx="328680" cy="328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25" name="hint a letter"/>
          <p:cNvSpPr/>
          <p:nvPr/>
        </p:nvSpPr>
        <p:spPr>
          <a:xfrm>
            <a:off x="640080" y="1729440"/>
            <a:ext cx="328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chemeClr val="lt1"/>
                </a:solidFill>
                <a:effectLst/>
                <a:uFillTx/>
                <a:latin typeface="Calibri"/>
              </a:rPr>
              <a:t>a</a:t>
            </a:r>
            <a:endParaRPr lang="en-US" sz="1200" b="0" u="none" strike="noStrike">
              <a:solidFill>
                <a:srgbClr val="000000"/>
              </a:solidFill>
              <a:effectLst/>
              <a:uFillTx/>
              <a:latin typeface="Arial"/>
            </a:endParaRPr>
          </a:p>
        </p:txBody>
      </p:sp>
      <p:sp>
        <p:nvSpPr>
          <p:cNvPr id="326" name="hint a text"/>
          <p:cNvSpPr/>
          <p:nvPr/>
        </p:nvSpPr>
        <p:spPr>
          <a:xfrm>
            <a:off x="1060560" y="1481400"/>
            <a:ext cx="7443000" cy="824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0" u="none" strike="noStrike">
                <a:solidFill>
                  <a:schemeClr val="dk1"/>
                </a:solidFill>
                <a:effectLst/>
                <a:uFillTx/>
                <a:latin typeface="Calibri"/>
              </a:rPr>
              <a:t>What does a browser load at the root of a site? (</a:t>
            </a:r>
            <a:r>
              <a:rPr lang="en-US" sz="1800" b="0" u="none" strike="noStrike">
                <a:solidFill>
                  <a:schemeClr val="dk1"/>
                </a:solidFill>
                <a:effectLst/>
                <a:uFillTx/>
                <a:latin typeface="Courier New"/>
                <a:ea typeface="Courier New"/>
              </a:rPr>
              <a:t>index.html</a:t>
            </a:r>
            <a:r>
              <a:rPr lang="en-US" sz="1800" b="0" u="none" strike="noStrike">
                <a:solidFill>
                  <a:schemeClr val="dk1"/>
                </a:solidFill>
                <a:effectLst/>
                <a:uFillTx/>
                <a:latin typeface="Calibri"/>
                <a:ea typeface="Courier New"/>
              </a:rPr>
              <a:t>)</a:t>
            </a:r>
            <a:endParaRPr lang="en-US" sz="1800" b="0" u="none" strike="noStrike">
              <a:solidFill>
                <a:srgbClr val="000000"/>
              </a:solidFill>
              <a:effectLst/>
              <a:uFillTx/>
              <a:latin typeface="Arial"/>
            </a:endParaRPr>
          </a:p>
        </p:txBody>
      </p:sp>
      <p:sp>
        <p:nvSpPr>
          <p:cNvPr id="327" name="hint b card"/>
          <p:cNvSpPr/>
          <p:nvPr/>
        </p:nvSpPr>
        <p:spPr>
          <a:xfrm>
            <a:off x="548640" y="2343240"/>
            <a:ext cx="8046360" cy="824760"/>
          </a:xfrm>
          <a:prstGeom prst="roundRect">
            <a:avLst>
              <a:gd name="adj" fmla="val 8864"/>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28" name="hint b circle"/>
          <p:cNvSpPr/>
          <p:nvPr/>
        </p:nvSpPr>
        <p:spPr>
          <a:xfrm>
            <a:off x="640080" y="2591280"/>
            <a:ext cx="328680" cy="328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29" name="hint b letter"/>
          <p:cNvSpPr/>
          <p:nvPr/>
        </p:nvSpPr>
        <p:spPr>
          <a:xfrm>
            <a:off x="640080" y="2591280"/>
            <a:ext cx="328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chemeClr val="lt1"/>
                </a:solidFill>
                <a:effectLst/>
                <a:uFillTx/>
                <a:latin typeface="Calibri"/>
              </a:rPr>
              <a:t>b</a:t>
            </a:r>
            <a:endParaRPr lang="en-US" sz="1200" b="0" u="none" strike="noStrike">
              <a:solidFill>
                <a:srgbClr val="000000"/>
              </a:solidFill>
              <a:effectLst/>
              <a:uFillTx/>
              <a:latin typeface="Arial"/>
            </a:endParaRPr>
          </a:p>
        </p:txBody>
      </p:sp>
      <p:sp>
        <p:nvSpPr>
          <p:cNvPr id="330" name="hint b text"/>
          <p:cNvSpPr/>
          <p:nvPr/>
        </p:nvSpPr>
        <p:spPr>
          <a:xfrm>
            <a:off x="1060560" y="2343240"/>
            <a:ext cx="7443000" cy="824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0" u="none" strike="noStrike">
                <a:solidFill>
                  <a:schemeClr val="dk1"/>
                </a:solidFill>
                <a:effectLst/>
                <a:uFillTx/>
                <a:latin typeface="Calibri"/>
              </a:rPr>
              <a:t>A </a:t>
            </a:r>
            <a:r>
              <a:rPr lang="en-US" sz="1800" b="0" u="none" strike="noStrike">
                <a:solidFill>
                  <a:schemeClr val="dk1"/>
                </a:solidFill>
                <a:effectLst/>
                <a:uFillTx/>
                <a:latin typeface="Courier New"/>
                <a:ea typeface="Courier New"/>
              </a:rPr>
              <a:t>run:</a:t>
            </a:r>
            <a:r>
              <a:rPr lang="en-US" sz="1800" b="0" u="none" strike="noStrike">
                <a:solidFill>
                  <a:schemeClr val="dk1"/>
                </a:solidFill>
                <a:effectLst/>
                <a:uFillTx/>
                <a:latin typeface="Calibri"/>
                <a:ea typeface="Courier New"/>
              </a:rPr>
              <a:t> step writes it into the folder you upload (</a:t>
            </a:r>
            <a:r>
              <a:rPr lang="en-US" sz="1800" b="0" u="none" strike="noStrike">
                <a:solidFill>
                  <a:schemeClr val="dk1"/>
                </a:solidFill>
                <a:effectLst/>
                <a:uFillTx/>
                <a:latin typeface="Courier New"/>
                <a:ea typeface="Courier New"/>
              </a:rPr>
              <a:t>echo</a:t>
            </a:r>
            <a:r>
              <a:rPr lang="en-US" sz="1800" b="0" u="none" strike="noStrike">
                <a:solidFill>
                  <a:schemeClr val="dk1"/>
                </a:solidFill>
                <a:effectLst/>
                <a:uFillTx/>
                <a:latin typeface="Calibri"/>
                <a:ea typeface="Courier New"/>
              </a:rPr>
              <a:t> or </a:t>
            </a:r>
            <a:r>
              <a:rPr lang="en-US" sz="1800" b="0" u="none" strike="noStrike">
                <a:solidFill>
                  <a:schemeClr val="dk1"/>
                </a:solidFill>
                <a:effectLst/>
                <a:uFillTx/>
                <a:latin typeface="Courier New"/>
                <a:ea typeface="Courier New"/>
              </a:rPr>
              <a:t>cat</a:t>
            </a:r>
            <a:r>
              <a:rPr lang="en-US" sz="1800" b="0" u="none" strike="noStrike">
                <a:solidFill>
                  <a:schemeClr val="dk1"/>
                </a:solidFill>
                <a:effectLst/>
                <a:uFillTx/>
                <a:latin typeface="Calibri"/>
                <a:ea typeface="Courier New"/>
              </a:rPr>
              <a:t>), before the upload step. Order matters.</a:t>
            </a:r>
            <a:endParaRPr lang="en-US" sz="1800" b="0" u="none" strike="noStrike">
              <a:solidFill>
                <a:srgbClr val="000000"/>
              </a:solidFill>
              <a:effectLst/>
              <a:uFillTx/>
              <a:latin typeface="Arial"/>
            </a:endParaRPr>
          </a:p>
        </p:txBody>
      </p:sp>
      <p:sp>
        <p:nvSpPr>
          <p:cNvPr id="331" name="hint c card"/>
          <p:cNvSpPr/>
          <p:nvPr/>
        </p:nvSpPr>
        <p:spPr>
          <a:xfrm>
            <a:off x="548640" y="3205080"/>
            <a:ext cx="8046360" cy="824760"/>
          </a:xfrm>
          <a:prstGeom prst="roundRect">
            <a:avLst>
              <a:gd name="adj" fmla="val 8864"/>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32" name="hint c circle"/>
          <p:cNvSpPr/>
          <p:nvPr/>
        </p:nvSpPr>
        <p:spPr>
          <a:xfrm>
            <a:off x="640080" y="3453120"/>
            <a:ext cx="328680" cy="328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3" name="hint c letter"/>
          <p:cNvSpPr/>
          <p:nvPr/>
        </p:nvSpPr>
        <p:spPr>
          <a:xfrm>
            <a:off x="640080" y="3453120"/>
            <a:ext cx="328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chemeClr val="lt1"/>
                </a:solidFill>
                <a:effectLst/>
                <a:uFillTx/>
                <a:latin typeface="Calibri"/>
              </a:rPr>
              <a:t>c</a:t>
            </a:r>
            <a:endParaRPr lang="en-US" sz="1200" b="0" u="none" strike="noStrike">
              <a:solidFill>
                <a:srgbClr val="000000"/>
              </a:solidFill>
              <a:effectLst/>
              <a:uFillTx/>
              <a:latin typeface="Arial"/>
            </a:endParaRPr>
          </a:p>
        </p:txBody>
      </p:sp>
      <p:sp>
        <p:nvSpPr>
          <p:cNvPr id="334" name="hint c text"/>
          <p:cNvSpPr/>
          <p:nvPr/>
        </p:nvSpPr>
        <p:spPr>
          <a:xfrm>
            <a:off x="1060560" y="3205080"/>
            <a:ext cx="7443000" cy="824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0" u="none" strike="noStrike">
                <a:solidFill>
                  <a:schemeClr val="dk1"/>
                </a:solidFill>
                <a:effectLst/>
                <a:uFillTx/>
                <a:latin typeface="Calibri"/>
              </a:rPr>
              <a:t>Links are relative, no leading slash: the site lives under </a:t>
            </a:r>
            <a:r>
              <a:rPr lang="en-US" sz="1800" b="0" u="none" strike="noStrike">
                <a:solidFill>
                  <a:schemeClr val="dk1"/>
                </a:solidFill>
                <a:effectLst/>
                <a:uFillTx/>
                <a:latin typeface="Courier New"/>
                <a:ea typeface="Courier New"/>
              </a:rPr>
              <a:t>/&lt;repo&gt;/</a:t>
            </a:r>
            <a:r>
              <a:rPr lang="en-US" sz="1800" b="0" u="none" strike="noStrike">
                <a:solidFill>
                  <a:schemeClr val="dk1"/>
                </a:solidFill>
                <a:effectLst/>
                <a:uFillTx/>
                <a:latin typeface="Calibri"/>
                <a:ea typeface="Courier New"/>
              </a:rPr>
              <a:t>.</a:t>
            </a:r>
            <a:endParaRPr lang="en-US" sz="1800" b="0" u="none" strike="noStrike">
              <a:solidFill>
                <a:srgbClr val="000000"/>
              </a:solidFill>
              <a:effectLst/>
              <a:uFillTx/>
              <a:latin typeface="Arial"/>
            </a:endParaRPr>
          </a:p>
        </p:txBody>
      </p:sp>
      <p:sp>
        <p:nvSpPr>
          <p:cNvPr id="335" name="hint d card"/>
          <p:cNvSpPr/>
          <p:nvPr/>
        </p:nvSpPr>
        <p:spPr>
          <a:xfrm>
            <a:off x="548640" y="4066920"/>
            <a:ext cx="8046360" cy="824760"/>
          </a:xfrm>
          <a:prstGeom prst="roundRect">
            <a:avLst>
              <a:gd name="adj" fmla="val 8864"/>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36" name="hint d circle"/>
          <p:cNvSpPr/>
          <p:nvPr/>
        </p:nvSpPr>
        <p:spPr>
          <a:xfrm>
            <a:off x="640080" y="4314960"/>
            <a:ext cx="328680" cy="328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7" name="hint d letter"/>
          <p:cNvSpPr/>
          <p:nvPr/>
        </p:nvSpPr>
        <p:spPr>
          <a:xfrm>
            <a:off x="640080" y="4314960"/>
            <a:ext cx="328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chemeClr val="lt1"/>
                </a:solidFill>
                <a:effectLst/>
                <a:uFillTx/>
                <a:latin typeface="Calibri"/>
              </a:rPr>
              <a:t>d</a:t>
            </a:r>
            <a:endParaRPr lang="en-US" sz="1200" b="0" u="none" strike="noStrike">
              <a:solidFill>
                <a:srgbClr val="000000"/>
              </a:solidFill>
              <a:effectLst/>
              <a:uFillTx/>
              <a:latin typeface="Arial"/>
            </a:endParaRPr>
          </a:p>
        </p:txBody>
      </p:sp>
      <p:sp>
        <p:nvSpPr>
          <p:cNvPr id="338" name="hint d text"/>
          <p:cNvSpPr/>
          <p:nvPr/>
        </p:nvSpPr>
        <p:spPr>
          <a:xfrm>
            <a:off x="1060560" y="4066920"/>
            <a:ext cx="7443000" cy="824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0" u="none" strike="noStrike">
                <a:solidFill>
                  <a:schemeClr val="dk1"/>
                </a:solidFill>
                <a:effectLst/>
                <a:uFillTx/>
                <a:latin typeface="Calibri"/>
              </a:rPr>
              <a:t>Which file names did you download into the folder? Look at the folder, not at your memory (they contain </a:t>
            </a:r>
            <a:r>
              <a:rPr lang="en-US" sz="1800" b="0" u="none" strike="noStrike">
                <a:solidFill>
                  <a:schemeClr val="dk1"/>
                </a:solidFill>
                <a:effectLst/>
                <a:uFillTx/>
                <a:latin typeface="Courier New"/>
                <a:ea typeface="Courier New"/>
              </a:rPr>
              <a:t>3.12</a:t>
            </a:r>
            <a:r>
              <a:rPr lang="en-US" sz="1800" b="0" u="none" strike="noStrike">
                <a:solidFill>
                  <a:schemeClr val="dk1"/>
                </a:solidFill>
                <a:effectLst/>
                <a:uFillTx/>
                <a:latin typeface="Calibri"/>
                <a:ea typeface="Courier New"/>
              </a:rPr>
              <a:t>).</a:t>
            </a:r>
            <a:endParaRPr lang="en-US" sz="1800" b="0" u="none" strike="noStrike">
              <a:solidFill>
                <a:srgbClr val="000000"/>
              </a:solidFill>
              <a:effectLst/>
              <a:uFillTx/>
              <a:latin typeface="Arial"/>
            </a:endParaRPr>
          </a:p>
        </p:txBody>
      </p:sp>
      <p:sp>
        <p:nvSpPr>
          <p:cNvPr id="339" name="PlaceHolder 2"/>
          <p:cNvSpPr>
            <a:spLocks noGrp="1"/>
          </p:cNvSpPr>
          <p:nvPr>
            <p:ph type="sldNum" idx="38"/>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A252AB9E-DAE0-41F4-9E9A-DA3E3D1C513C}" type="slidenum">
              <a:rPr lang="en-US" sz="1000" b="0" u="none" strike="noStrike">
                <a:solidFill>
                  <a:schemeClr val="accent6"/>
                </a:solidFill>
                <a:effectLst/>
                <a:uFillTx/>
                <a:latin typeface="Calibri"/>
              </a:rPr>
              <a:t>32</a:t>
            </a:fld>
            <a:endParaRPr lang="en-US" sz="1000" b="0" u="none" strike="noStrike">
              <a:solidFill>
                <a:srgbClr val="000000"/>
              </a:solidFill>
              <a:effectLst/>
              <a:uFillTx/>
              <a:latin typeface="Times New Roman"/>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323"/>
                                        </p:tgtEl>
                                        <p:attrNameLst>
                                          <p:attrName>style.visibility</p:attrName>
                                        </p:attrNameLst>
                                      </p:cBhvr>
                                      <p:to>
                                        <p:strVal val="visible"/>
                                      </p:to>
                                    </p:set>
                                  </p:childTnLst>
                                </p:cTn>
                              </p:par>
                              <p:par>
                                <p:cTn id="7" presetID="1" presetClass="entr" fill="hold" nodeType="withEffect">
                                  <p:stCondLst>
                                    <p:cond delay="0"/>
                                  </p:stCondLst>
                                  <p:childTnLst>
                                    <p:set>
                                      <p:cBhvr>
                                        <p:cTn id="8" dur="1" fill="hold">
                                          <p:stCondLst>
                                            <p:cond delay="0"/>
                                          </p:stCondLst>
                                        </p:cTn>
                                        <p:tgtEl>
                                          <p:spTgt spid="324"/>
                                        </p:tgtEl>
                                        <p:attrNameLst>
                                          <p:attrName>style.visibility</p:attrName>
                                        </p:attrNameLst>
                                      </p:cBhvr>
                                      <p:to>
                                        <p:strVal val="visible"/>
                                      </p:to>
                                    </p:set>
                                  </p:childTnLst>
                                </p:cTn>
                              </p:par>
                              <p:par>
                                <p:cTn id="9" presetID="1" presetClass="entr" fill="hold" nodeType="withEffect">
                                  <p:stCondLst>
                                    <p:cond delay="0"/>
                                  </p:stCondLst>
                                  <p:childTnLst>
                                    <p:set>
                                      <p:cBhvr>
                                        <p:cTn id="10" dur="1" fill="hold">
                                          <p:stCondLst>
                                            <p:cond delay="0"/>
                                          </p:stCondLst>
                                        </p:cTn>
                                        <p:tgtEl>
                                          <p:spTgt spid="325"/>
                                        </p:tgtEl>
                                        <p:attrNameLst>
                                          <p:attrName>style.visibility</p:attrName>
                                        </p:attrNameLst>
                                      </p:cBhvr>
                                      <p:to>
                                        <p:strVal val="visible"/>
                                      </p:to>
                                    </p:set>
                                  </p:childTnLst>
                                </p:cTn>
                              </p:par>
                              <p:par>
                                <p:cTn id="11" presetID="1" presetClass="entr" fill="hold" nodeType="withEffect">
                                  <p:stCondLst>
                                    <p:cond delay="0"/>
                                  </p:stCondLst>
                                  <p:childTnLst>
                                    <p:set>
                                      <p:cBhvr>
                                        <p:cTn id="12" dur="1" fill="hold">
                                          <p:stCondLst>
                                            <p:cond delay="0"/>
                                          </p:stCondLst>
                                        </p:cTn>
                                        <p:tgtEl>
                                          <p:spTgt spid="3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fill="hold" nodeType="clickEffect">
                                  <p:stCondLst>
                                    <p:cond delay="0"/>
                                  </p:stCondLst>
                                  <p:childTnLst>
                                    <p:set>
                                      <p:cBhvr>
                                        <p:cTn id="16" dur="1" fill="hold">
                                          <p:stCondLst>
                                            <p:cond delay="0"/>
                                          </p:stCondLst>
                                        </p:cTn>
                                        <p:tgtEl>
                                          <p:spTgt spid="327"/>
                                        </p:tgtEl>
                                        <p:attrNameLst>
                                          <p:attrName>style.visibility</p:attrName>
                                        </p:attrNameLst>
                                      </p:cBhvr>
                                      <p:to>
                                        <p:strVal val="visible"/>
                                      </p:to>
                                    </p:set>
                                  </p:childTnLst>
                                </p:cTn>
                              </p:par>
                              <p:par>
                                <p:cTn id="17" presetID="1" presetClass="entr" fill="hold" nodeType="withEffect">
                                  <p:stCondLst>
                                    <p:cond delay="0"/>
                                  </p:stCondLst>
                                  <p:childTnLst>
                                    <p:set>
                                      <p:cBhvr>
                                        <p:cTn id="18" dur="1" fill="hold">
                                          <p:stCondLst>
                                            <p:cond delay="0"/>
                                          </p:stCondLst>
                                        </p:cTn>
                                        <p:tgtEl>
                                          <p:spTgt spid="328"/>
                                        </p:tgtEl>
                                        <p:attrNameLst>
                                          <p:attrName>style.visibility</p:attrName>
                                        </p:attrNameLst>
                                      </p:cBhvr>
                                      <p:to>
                                        <p:strVal val="visible"/>
                                      </p:to>
                                    </p:set>
                                  </p:childTnLst>
                                </p:cTn>
                              </p:par>
                              <p:par>
                                <p:cTn id="19" presetID="1" presetClass="entr" fill="hold" nodeType="withEffect">
                                  <p:stCondLst>
                                    <p:cond delay="0"/>
                                  </p:stCondLst>
                                  <p:childTnLst>
                                    <p:set>
                                      <p:cBhvr>
                                        <p:cTn id="20" dur="1" fill="hold">
                                          <p:stCondLst>
                                            <p:cond delay="0"/>
                                          </p:stCondLst>
                                        </p:cTn>
                                        <p:tgtEl>
                                          <p:spTgt spid="329"/>
                                        </p:tgtEl>
                                        <p:attrNameLst>
                                          <p:attrName>style.visibility</p:attrName>
                                        </p:attrNameLst>
                                      </p:cBhvr>
                                      <p:to>
                                        <p:strVal val="visible"/>
                                      </p:to>
                                    </p:set>
                                  </p:childTnLst>
                                </p:cTn>
                              </p:par>
                              <p:par>
                                <p:cTn id="21" presetID="1" presetClass="entr" fill="hold" nodeType="withEffect">
                                  <p:stCondLst>
                                    <p:cond delay="0"/>
                                  </p:stCondLst>
                                  <p:childTnLst>
                                    <p:set>
                                      <p:cBhvr>
                                        <p:cTn id="22" dur="1" fill="hold">
                                          <p:stCondLst>
                                            <p:cond delay="0"/>
                                          </p:stCondLst>
                                        </p:cTn>
                                        <p:tgtEl>
                                          <p:spTgt spid="3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p:cTn id="26" dur="1" fill="hold">
                                          <p:stCondLst>
                                            <p:cond delay="0"/>
                                          </p:stCondLst>
                                        </p:cTn>
                                        <p:tgtEl>
                                          <p:spTgt spid="331"/>
                                        </p:tgtEl>
                                        <p:attrNameLst>
                                          <p:attrName>style.visibility</p:attrName>
                                        </p:attrNameLst>
                                      </p:cBhvr>
                                      <p:to>
                                        <p:strVal val="visible"/>
                                      </p:to>
                                    </p:set>
                                  </p:childTnLst>
                                </p:cTn>
                              </p:par>
                              <p:par>
                                <p:cTn id="27" presetID="1" presetClass="entr" fill="hold" nodeType="withEffect">
                                  <p:stCondLst>
                                    <p:cond delay="0"/>
                                  </p:stCondLst>
                                  <p:childTnLst>
                                    <p:set>
                                      <p:cBhvr>
                                        <p:cTn id="28" dur="1" fill="hold">
                                          <p:stCondLst>
                                            <p:cond delay="0"/>
                                          </p:stCondLst>
                                        </p:cTn>
                                        <p:tgtEl>
                                          <p:spTgt spid="332"/>
                                        </p:tgtEl>
                                        <p:attrNameLst>
                                          <p:attrName>style.visibility</p:attrName>
                                        </p:attrNameLst>
                                      </p:cBhvr>
                                      <p:to>
                                        <p:strVal val="visible"/>
                                      </p:to>
                                    </p:set>
                                  </p:childTnLst>
                                </p:cTn>
                              </p:par>
                              <p:par>
                                <p:cTn id="29" presetID="1" presetClass="entr" fill="hold" nodeType="withEffect">
                                  <p:stCondLst>
                                    <p:cond delay="0"/>
                                  </p:stCondLst>
                                  <p:childTnLst>
                                    <p:set>
                                      <p:cBhvr>
                                        <p:cTn id="30" dur="1" fill="hold">
                                          <p:stCondLst>
                                            <p:cond delay="0"/>
                                          </p:stCondLst>
                                        </p:cTn>
                                        <p:tgtEl>
                                          <p:spTgt spid="333"/>
                                        </p:tgtEl>
                                        <p:attrNameLst>
                                          <p:attrName>style.visibility</p:attrName>
                                        </p:attrNameLst>
                                      </p:cBhvr>
                                      <p:to>
                                        <p:strVal val="visible"/>
                                      </p:to>
                                    </p:set>
                                  </p:childTnLst>
                                </p:cTn>
                              </p:par>
                              <p:par>
                                <p:cTn id="31" presetID="1" presetClass="entr" fill="hold" nodeType="withEffect">
                                  <p:stCondLst>
                                    <p:cond delay="0"/>
                                  </p:stCondLst>
                                  <p:childTnLst>
                                    <p:set>
                                      <p:cBhvr>
                                        <p:cTn id="32" dur="1" fill="hold">
                                          <p:stCondLst>
                                            <p:cond delay="0"/>
                                          </p:stCondLst>
                                        </p:cTn>
                                        <p:tgtEl>
                                          <p:spTgt spid="33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fill="hold" nodeType="clickEffect">
                                  <p:stCondLst>
                                    <p:cond delay="0"/>
                                  </p:stCondLst>
                                  <p:childTnLst>
                                    <p:set>
                                      <p:cBhvr>
                                        <p:cTn id="36" dur="1" fill="hold">
                                          <p:stCondLst>
                                            <p:cond delay="0"/>
                                          </p:stCondLst>
                                        </p:cTn>
                                        <p:tgtEl>
                                          <p:spTgt spid="335"/>
                                        </p:tgtEl>
                                        <p:attrNameLst>
                                          <p:attrName>style.visibility</p:attrName>
                                        </p:attrNameLst>
                                      </p:cBhvr>
                                      <p:to>
                                        <p:strVal val="visible"/>
                                      </p:to>
                                    </p:set>
                                  </p:childTnLst>
                                </p:cTn>
                              </p:par>
                              <p:par>
                                <p:cTn id="37" presetID="1" presetClass="entr" fill="hold" nodeType="withEffect">
                                  <p:stCondLst>
                                    <p:cond delay="0"/>
                                  </p:stCondLst>
                                  <p:childTnLst>
                                    <p:set>
                                      <p:cBhvr>
                                        <p:cTn id="38" dur="1" fill="hold">
                                          <p:stCondLst>
                                            <p:cond delay="0"/>
                                          </p:stCondLst>
                                        </p:cTn>
                                        <p:tgtEl>
                                          <p:spTgt spid="336"/>
                                        </p:tgtEl>
                                        <p:attrNameLst>
                                          <p:attrName>style.visibility</p:attrName>
                                        </p:attrNameLst>
                                      </p:cBhvr>
                                      <p:to>
                                        <p:strVal val="visible"/>
                                      </p:to>
                                    </p:set>
                                  </p:childTnLst>
                                </p:cTn>
                              </p:par>
                              <p:par>
                                <p:cTn id="39" presetID="1" presetClass="entr" fill="hold" nodeType="withEffect">
                                  <p:stCondLst>
                                    <p:cond delay="0"/>
                                  </p:stCondLst>
                                  <p:childTnLst>
                                    <p:set>
                                      <p:cBhvr>
                                        <p:cTn id="40" dur="1" fill="hold">
                                          <p:stCondLst>
                                            <p:cond delay="0"/>
                                          </p:stCondLst>
                                        </p:cTn>
                                        <p:tgtEl>
                                          <p:spTgt spid="337"/>
                                        </p:tgtEl>
                                        <p:attrNameLst>
                                          <p:attrName>style.visibility</p:attrName>
                                        </p:attrNameLst>
                                      </p:cBhvr>
                                      <p:to>
                                        <p:strVal val="visible"/>
                                      </p:to>
                                    </p:set>
                                  </p:childTnLst>
                                </p:cTn>
                              </p:par>
                              <p:par>
                                <p:cTn id="41" presetID="1" presetClass="entr" fill="hold" nodeType="withEffect">
                                  <p:stCondLst>
                                    <p:cond delay="0"/>
                                  </p:stCondLst>
                                  <p:childTnLst>
                                    <p:set>
                                      <p:cBhvr>
                                        <p:cTn id="42" dur="1" fill="hold">
                                          <p:stCondLst>
                                            <p:cond delay="0"/>
                                          </p:stCondLst>
                                        </p:cTn>
                                        <p:tgtEl>
                                          <p:spTgt spid="3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Step 2: answer</a:t>
            </a:r>
          </a:p>
        </p:txBody>
      </p:sp>
      <p:sp>
        <p:nvSpPr>
          <p:cNvPr id="341" name="code panel"/>
          <p:cNvSpPr/>
          <p:nvPr/>
        </p:nvSpPr>
        <p:spPr>
          <a:xfrm>
            <a:off x="320040" y="1005840"/>
            <a:ext cx="8503560" cy="3200040"/>
          </a:xfrm>
          <a:prstGeom prst="roundRect">
            <a:avLst>
              <a:gd name="adj" fmla="val 2286"/>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42" name="code"/>
          <p:cNvSpPr/>
          <p:nvPr/>
        </p:nvSpPr>
        <p:spPr>
          <a:xfrm>
            <a:off x="429840" y="1088280"/>
            <a:ext cx="8283960" cy="3035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ts val="2160"/>
              </a:lnSpc>
              <a:tabLst>
                <a:tab pos="0" algn="l"/>
              </a:tabLst>
            </a:pPr>
            <a:r>
              <a:rPr lang="en-US" sz="1200" b="1" u="none" strike="noStrike">
                <a:solidFill>
                  <a:srgbClr val="56D364"/>
                </a:solidFill>
                <a:effectLst/>
                <a:highlight>
                  <a:srgbClr val="1B3A28"/>
                </a:highlight>
                <a:uFillTx/>
                <a:latin typeface="Courier New"/>
                <a:ea typeface="Courier New"/>
              </a:rPr>
              <a:t>      - run: |</a:t>
            </a:r>
            <a:endParaRPr lang="en-US" sz="1200" b="0" u="none" strike="noStrike">
              <a:solidFill>
                <a:srgbClr val="000000"/>
              </a:solidFill>
              <a:effectLst/>
              <a:uFillTx/>
              <a:latin typeface="Arial"/>
            </a:endParaRPr>
          </a:p>
          <a:p>
            <a:pPr defTabSz="914400">
              <a:lnSpc>
                <a:spcPts val="2160"/>
              </a:lnSpc>
              <a:tabLst>
                <a:tab pos="0" algn="l"/>
              </a:tabLst>
            </a:pPr>
            <a:r>
              <a:rPr lang="en-US" sz="1200" b="1" u="none" strike="noStrike">
                <a:solidFill>
                  <a:srgbClr val="56D364"/>
                </a:solidFill>
                <a:effectLst/>
                <a:highlight>
                  <a:srgbClr val="1B3A28"/>
                </a:highlight>
                <a:uFillTx/>
                <a:latin typeface="Courier New"/>
                <a:ea typeface="Courier New"/>
              </a:rPr>
              <a:t>          cat &gt; _site/index.html &lt;&lt;'EOF'</a:t>
            </a:r>
            <a:endParaRPr lang="en-US" sz="1200" b="0" u="none" strike="noStrike">
              <a:solidFill>
                <a:srgbClr val="000000"/>
              </a:solidFill>
              <a:effectLst/>
              <a:uFillTx/>
              <a:latin typeface="Arial"/>
            </a:endParaRPr>
          </a:p>
          <a:p>
            <a:pPr defTabSz="914400">
              <a:lnSpc>
                <a:spcPts val="2160"/>
              </a:lnSpc>
              <a:tabLst>
                <a:tab pos="0" algn="l"/>
              </a:tabLst>
            </a:pPr>
            <a:r>
              <a:rPr lang="en-US" sz="1200" b="1" u="none" strike="noStrike">
                <a:solidFill>
                  <a:srgbClr val="56D364"/>
                </a:solidFill>
                <a:effectLst/>
                <a:highlight>
                  <a:srgbClr val="1B3A28"/>
                </a:highlight>
                <a:uFillTx/>
                <a:latin typeface="Courier New"/>
                <a:ea typeface="Courier New"/>
              </a:rPr>
              <a:t>          &lt;h1&gt;Bandit reports&lt;/h1&gt;</a:t>
            </a:r>
            <a:endParaRPr lang="en-US" sz="1200" b="0" u="none" strike="noStrike">
              <a:solidFill>
                <a:srgbClr val="000000"/>
              </a:solidFill>
              <a:effectLst/>
              <a:uFillTx/>
              <a:latin typeface="Arial"/>
            </a:endParaRPr>
          </a:p>
          <a:p>
            <a:pPr defTabSz="914400">
              <a:lnSpc>
                <a:spcPts val="2160"/>
              </a:lnSpc>
              <a:tabLst>
                <a:tab pos="0" algn="l"/>
              </a:tabLst>
            </a:pPr>
            <a:r>
              <a:rPr lang="en-US" sz="1200" b="1" u="none" strike="noStrike">
                <a:solidFill>
                  <a:srgbClr val="56D364"/>
                </a:solidFill>
                <a:effectLst/>
                <a:highlight>
                  <a:srgbClr val="1B3A28"/>
                </a:highlight>
                <a:uFillTx/>
                <a:latin typeface="Courier New"/>
                <a:ea typeface="Courier New"/>
              </a:rPr>
              <a:t>          &lt;p&gt;&lt;a href="tasks-api-3.12-bandit-report.html"&gt;tasks-api&lt;/a&gt;&lt;/p&gt;</a:t>
            </a:r>
            <a:endParaRPr lang="en-US" sz="1200" b="0" u="none" strike="noStrike">
              <a:solidFill>
                <a:srgbClr val="000000"/>
              </a:solidFill>
              <a:effectLst/>
              <a:uFillTx/>
              <a:latin typeface="Arial"/>
            </a:endParaRPr>
          </a:p>
          <a:p>
            <a:pPr defTabSz="914400">
              <a:lnSpc>
                <a:spcPts val="2160"/>
              </a:lnSpc>
              <a:tabLst>
                <a:tab pos="0" algn="l"/>
              </a:tabLst>
            </a:pPr>
            <a:r>
              <a:rPr lang="en-US" sz="1200" b="1" u="none" strike="noStrike">
                <a:solidFill>
                  <a:srgbClr val="56D364"/>
                </a:solidFill>
                <a:effectLst/>
                <a:highlight>
                  <a:srgbClr val="1B3A28"/>
                </a:highlight>
                <a:uFillTx/>
                <a:latin typeface="Courier New"/>
                <a:ea typeface="Courier New"/>
              </a:rPr>
              <a:t>          &lt;p&gt;&lt;a href="title-normalizer-3.12-bandit-report.html"&gt;title-normalizer&lt;/a&gt;&lt;/p&gt;</a:t>
            </a:r>
            <a:endParaRPr lang="en-US" sz="1200" b="0" u="none" strike="noStrike">
              <a:solidFill>
                <a:srgbClr val="000000"/>
              </a:solidFill>
              <a:effectLst/>
              <a:uFillTx/>
              <a:latin typeface="Arial"/>
            </a:endParaRPr>
          </a:p>
          <a:p>
            <a:pPr defTabSz="914400">
              <a:lnSpc>
                <a:spcPts val="2160"/>
              </a:lnSpc>
              <a:tabLst>
                <a:tab pos="0" algn="l"/>
              </a:tabLst>
            </a:pPr>
            <a:r>
              <a:rPr lang="en-US" sz="1200" b="1" u="none" strike="noStrike">
                <a:solidFill>
                  <a:srgbClr val="56D364"/>
                </a:solidFill>
                <a:effectLst/>
                <a:highlight>
                  <a:srgbClr val="1B3A28"/>
                </a:highlight>
                <a:uFillTx/>
                <a:latin typeface="Courier New"/>
                <a:ea typeface="Courier New"/>
              </a:rPr>
              <a:t>          EOF</a:t>
            </a:r>
            <a:endParaRPr lang="en-US" sz="1200" b="0" u="none" strike="noStrike">
              <a:solidFill>
                <a:srgbClr val="000000"/>
              </a:solidFill>
              <a:effectLst/>
              <a:uFillTx/>
              <a:latin typeface="Arial"/>
            </a:endParaRPr>
          </a:p>
          <a:p>
            <a:pPr defTabSz="914400">
              <a:lnSpc>
                <a:spcPts val="2160"/>
              </a:lnSpc>
              <a:tabLst>
                <a:tab pos="0" algn="l"/>
              </a:tabLst>
            </a:pPr>
            <a:r>
              <a:rPr lang="en-US" sz="1200" b="0" u="none" strike="noStrike">
                <a:solidFill>
                  <a:srgbClr val="9DA7B3"/>
                </a:solidFill>
                <a:effectLst/>
                <a:uFillTx/>
                <a:latin typeface="Courier New"/>
                <a:ea typeface="Courier New"/>
              </a:rPr>
              <a:t>      - uses: actions/upload-pages-artifact@v5</a:t>
            </a:r>
            <a:endParaRPr lang="en-US" sz="1200" b="0" u="none" strike="noStrike">
              <a:solidFill>
                <a:srgbClr val="000000"/>
              </a:solidFill>
              <a:effectLst/>
              <a:uFillTx/>
              <a:latin typeface="Arial"/>
            </a:endParaRPr>
          </a:p>
          <a:p>
            <a:pPr defTabSz="914400">
              <a:lnSpc>
                <a:spcPts val="2160"/>
              </a:lnSpc>
              <a:tabLst>
                <a:tab pos="0" algn="l"/>
              </a:tabLst>
            </a:pPr>
            <a:r>
              <a:rPr lang="en-US" sz="1200" b="0" u="none" strike="noStrike">
                <a:solidFill>
                  <a:srgbClr val="9DA7B3"/>
                </a:solidFill>
                <a:effectLst/>
                <a:uFillTx/>
                <a:latin typeface="Courier New"/>
                <a:ea typeface="Courier New"/>
              </a:rPr>
              <a:t>        with:</a:t>
            </a:r>
            <a:endParaRPr lang="en-US" sz="1200" b="0" u="none" strike="noStrike">
              <a:solidFill>
                <a:srgbClr val="000000"/>
              </a:solidFill>
              <a:effectLst/>
              <a:uFillTx/>
              <a:latin typeface="Arial"/>
            </a:endParaRPr>
          </a:p>
          <a:p>
            <a:pPr defTabSz="914400">
              <a:lnSpc>
                <a:spcPts val="2160"/>
              </a:lnSpc>
              <a:tabLst>
                <a:tab pos="0" algn="l"/>
              </a:tabLst>
            </a:pPr>
            <a:r>
              <a:rPr lang="en-US" sz="1200" b="0" u="none" strike="noStrike">
                <a:solidFill>
                  <a:srgbClr val="9DA7B3"/>
                </a:solidFill>
                <a:effectLst/>
                <a:uFillTx/>
                <a:latin typeface="Courier New"/>
                <a:ea typeface="Courier New"/>
              </a:rPr>
              <a:t>          path: _site</a:t>
            </a:r>
            <a:endParaRPr lang="en-US" sz="1200" b="0" u="none" strike="noStrike">
              <a:solidFill>
                <a:srgbClr val="000000"/>
              </a:solidFill>
              <a:effectLst/>
              <a:uFillTx/>
              <a:latin typeface="Arial"/>
            </a:endParaRPr>
          </a:p>
          <a:p>
            <a:pPr defTabSz="914400">
              <a:lnSpc>
                <a:spcPts val="2160"/>
              </a:lnSpc>
              <a:tabLst>
                <a:tab pos="0" algn="l"/>
              </a:tabLst>
            </a:pPr>
            <a:r>
              <a:rPr lang="en-US" sz="1200" b="0" u="none" strike="noStrike">
                <a:solidFill>
                  <a:srgbClr val="9DA7B3"/>
                </a:solidFill>
                <a:effectLst/>
                <a:uFillTx/>
                <a:latin typeface="Courier New"/>
                <a:ea typeface="Courier New"/>
              </a:rPr>
              <a:t>      - id: deployment</a:t>
            </a:r>
            <a:endParaRPr lang="en-US" sz="1200" b="0" u="none" strike="noStrike">
              <a:solidFill>
                <a:srgbClr val="000000"/>
              </a:solidFill>
              <a:effectLst/>
              <a:uFillTx/>
              <a:latin typeface="Arial"/>
            </a:endParaRPr>
          </a:p>
          <a:p>
            <a:pPr defTabSz="914400">
              <a:lnSpc>
                <a:spcPts val="2160"/>
              </a:lnSpc>
              <a:tabLst>
                <a:tab pos="0" algn="l"/>
              </a:tabLst>
            </a:pPr>
            <a:r>
              <a:rPr lang="en-US" sz="1200" b="0" u="none" strike="noStrike">
                <a:solidFill>
                  <a:srgbClr val="9DA7B3"/>
                </a:solidFill>
                <a:effectLst/>
                <a:uFillTx/>
                <a:latin typeface="Courier New"/>
                <a:ea typeface="Courier New"/>
              </a:rPr>
              <a:t>        uses: actions/deploy-pages@v5</a:t>
            </a:r>
            <a:endParaRPr lang="en-US" sz="1200" b="0" u="none" strike="noStrike">
              <a:solidFill>
                <a:srgbClr val="000000"/>
              </a:solidFill>
              <a:effectLst/>
              <a:uFillTx/>
              <a:latin typeface="Arial"/>
            </a:endParaRPr>
          </a:p>
        </p:txBody>
      </p:sp>
      <p:sp>
        <p:nvSpPr>
          <p:cNvPr id="343" name="Text 3"/>
          <p:cNvSpPr/>
          <p:nvPr/>
        </p:nvSpPr>
        <p:spPr>
          <a:xfrm>
            <a:off x="3383280" y="411480"/>
            <a:ext cx="557748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400" b="1" u="none" strike="noStrike">
                <a:solidFill>
                  <a:schemeClr val="accent1"/>
                </a:solidFill>
                <a:effectLst/>
                <a:uFillTx/>
                <a:latin typeface="Calibri"/>
              </a:rPr>
              <a:t>Goes after the two download steps. Green lines are new.</a:t>
            </a:r>
            <a:endParaRPr lang="en-US" sz="1400" b="0" u="none" strike="noStrike">
              <a:solidFill>
                <a:srgbClr val="000000"/>
              </a:solidFill>
              <a:effectLst/>
              <a:uFillTx/>
              <a:latin typeface="Arial"/>
            </a:endParaRPr>
          </a:p>
        </p:txBody>
      </p:sp>
      <p:sp>
        <p:nvSpPr>
          <p:cNvPr id="344" name="PlaceHolder 2"/>
          <p:cNvSpPr>
            <a:spLocks noGrp="1"/>
          </p:cNvSpPr>
          <p:nvPr>
            <p:ph type="sldNum" idx="39"/>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4691BD7A-56F5-4630-8615-974AAFFA34EB}" type="slidenum">
              <a:rPr lang="en-US" sz="1000" b="0" u="none" strike="noStrike">
                <a:solidFill>
                  <a:schemeClr val="accent6"/>
                </a:solidFill>
                <a:effectLst/>
                <a:uFillTx/>
                <a:latin typeface="Calibri"/>
              </a:rPr>
              <a:t>33</a:t>
            </a:fld>
            <a:endParaRPr lang="en-US" sz="1000" b="0" u="none" strike="noStrike">
              <a:solidFill>
                <a:srgbClr val="000000"/>
              </a:solidFill>
              <a:effectLst/>
              <a:uFillTx/>
              <a:latin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Step 3</a:t>
            </a:r>
          </a:p>
        </p:txBody>
      </p:sp>
      <p:sp>
        <p:nvSpPr>
          <p:cNvPr id="346" name="requirement"/>
          <p:cNvSpPr/>
          <p:nvPr/>
        </p:nvSpPr>
        <p:spPr>
          <a:xfrm>
            <a:off x="548640" y="1280160"/>
            <a:ext cx="8046360" cy="3291480"/>
          </a:xfrm>
          <a:prstGeom prst="roundRect">
            <a:avLst>
              <a:gd name="adj" fmla="val 2222"/>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7" name="requirement bar"/>
          <p:cNvSpPr/>
          <p:nvPr/>
        </p:nvSpPr>
        <p:spPr>
          <a:xfrm>
            <a:off x="548640" y="1280160"/>
            <a:ext cx="91080" cy="32914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48" name="Text 3"/>
          <p:cNvSpPr/>
          <p:nvPr/>
        </p:nvSpPr>
        <p:spPr>
          <a:xfrm>
            <a:off x="914400" y="1371600"/>
            <a:ext cx="7497720" cy="3108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spcAft>
                <a:spcPts val="799"/>
              </a:spcAft>
              <a:tabLst>
                <a:tab pos="0" algn="l"/>
              </a:tabLst>
            </a:pPr>
            <a:r>
              <a:rPr lang="en-US" sz="2200" b="0" u="none" strike="noStrike">
                <a:solidFill>
                  <a:schemeClr val="dk1"/>
                </a:solidFill>
                <a:effectLst/>
                <a:uFillTx/>
                <a:latin typeface="Calibri"/>
              </a:rPr>
              <a:t>Deploy only from </a:t>
            </a:r>
            <a:r>
              <a:rPr lang="en-US" sz="2200" b="0" u="none" strike="noStrike">
                <a:solidFill>
                  <a:schemeClr val="dk1"/>
                </a:solidFill>
                <a:effectLst/>
                <a:uFillTx/>
                <a:latin typeface="Courier New"/>
                <a:ea typeface="Courier New"/>
              </a:rPr>
              <a:t>main</a:t>
            </a:r>
            <a:r>
              <a:rPr lang="en-US" sz="2200" b="0" u="none" strike="noStrike">
                <a:solidFill>
                  <a:schemeClr val="dk1"/>
                </a:solidFill>
                <a:effectLst/>
                <a:uFillTx/>
                <a:latin typeface="Calibri"/>
                <a:ea typeface="Courier New"/>
              </a:rPr>
              <a:t>. On a new branch:</a:t>
            </a:r>
            <a:endParaRPr lang="en-US" sz="2200" b="0" u="none" strike="noStrike">
              <a:solidFill>
                <a:srgbClr val="000000"/>
              </a:solidFill>
              <a:effectLst/>
              <a:uFillTx/>
              <a:latin typeface="Arial"/>
            </a:endParaRPr>
          </a:p>
          <a:p>
            <a:pPr defTabSz="914400">
              <a:lnSpc>
                <a:spcPct val="100000"/>
              </a:lnSpc>
              <a:spcAft>
                <a:spcPts val="799"/>
              </a:spcAft>
              <a:tabLst>
                <a:tab pos="0" algn="l"/>
              </a:tabLst>
            </a:pPr>
            <a:r>
              <a:rPr lang="en-US" sz="2200" b="0" u="none" strike="noStrike">
                <a:solidFill>
                  <a:schemeClr val="dk1"/>
                </a:solidFill>
                <a:effectLst/>
                <a:uFillTx/>
                <a:latin typeface="Calibri"/>
                <a:ea typeface="Courier New"/>
              </a:rPr>
              <a:t>1. Run </a:t>
            </a:r>
            <a:r>
              <a:rPr lang="en-US" sz="2200" b="0" u="none" strike="noStrike">
                <a:solidFill>
                  <a:schemeClr val="dk1"/>
                </a:solidFill>
                <a:effectLst/>
                <a:uFillTx/>
                <a:latin typeface="Courier New"/>
                <a:ea typeface="Courier New"/>
              </a:rPr>
              <a:t>ci.yml</a:t>
            </a:r>
            <a:r>
              <a:rPr lang="en-US" sz="2200" b="0" u="none" strike="noStrike">
                <a:solidFill>
                  <a:schemeClr val="dk1"/>
                </a:solidFill>
                <a:effectLst/>
                <a:uFillTx/>
                <a:latin typeface="Calibri"/>
                <a:ea typeface="Courier New"/>
              </a:rPr>
              <a:t> also for pull requests into </a:t>
            </a:r>
            <a:r>
              <a:rPr lang="en-US" sz="2200" b="0" u="none" strike="noStrike">
                <a:solidFill>
                  <a:schemeClr val="dk1"/>
                </a:solidFill>
                <a:effectLst/>
                <a:uFillTx/>
                <a:latin typeface="Courier New"/>
                <a:ea typeface="Courier New"/>
              </a:rPr>
              <a:t>main</a:t>
            </a:r>
            <a:r>
              <a:rPr lang="en-US" sz="2200" b="0" u="none" strike="noStrike">
                <a:solidFill>
                  <a:schemeClr val="dk1"/>
                </a:solidFill>
                <a:effectLst/>
                <a:uFillTx/>
                <a:latin typeface="Calibri"/>
                <a:ea typeface="Courier New"/>
              </a:rPr>
              <a:t>.</a:t>
            </a:r>
            <a:endParaRPr lang="en-US" sz="2200" b="0" u="none" strike="noStrike">
              <a:solidFill>
                <a:srgbClr val="000000"/>
              </a:solidFill>
              <a:effectLst/>
              <a:uFillTx/>
              <a:latin typeface="Arial"/>
            </a:endParaRPr>
          </a:p>
          <a:p>
            <a:pPr defTabSz="914400">
              <a:lnSpc>
                <a:spcPct val="100000"/>
              </a:lnSpc>
              <a:spcAft>
                <a:spcPts val="799"/>
              </a:spcAft>
              <a:tabLst>
                <a:tab pos="0" algn="l"/>
              </a:tabLst>
            </a:pPr>
            <a:r>
              <a:rPr lang="en-US" sz="2200" b="0" u="none" strike="noStrike">
                <a:solidFill>
                  <a:schemeClr val="dk1"/>
                </a:solidFill>
                <a:effectLst/>
                <a:uFillTx/>
                <a:latin typeface="Calibri"/>
                <a:ea typeface="Courier New"/>
              </a:rPr>
              <a:t>2. Run </a:t>
            </a:r>
            <a:r>
              <a:rPr lang="en-US" sz="2200" b="0" u="none" strike="noStrike">
                <a:solidFill>
                  <a:schemeClr val="dk1"/>
                </a:solidFill>
                <a:effectLst/>
                <a:uFillTx/>
                <a:latin typeface="Courier New"/>
                <a:ea typeface="Courier New"/>
              </a:rPr>
              <a:t>deploy</a:t>
            </a:r>
            <a:r>
              <a:rPr lang="en-US" sz="2200" b="0" u="none" strike="noStrike">
                <a:solidFill>
                  <a:schemeClr val="dk1"/>
                </a:solidFill>
                <a:effectLst/>
                <a:uFillTx/>
                <a:latin typeface="Calibri"/>
                <a:ea typeface="Courier New"/>
              </a:rPr>
              <a:t> only on </a:t>
            </a:r>
            <a:r>
              <a:rPr lang="en-US" sz="2200" b="0" u="none" strike="noStrike">
                <a:solidFill>
                  <a:schemeClr val="dk1"/>
                </a:solidFill>
                <a:effectLst/>
                <a:uFillTx/>
                <a:latin typeface="Courier New"/>
                <a:ea typeface="Courier New"/>
              </a:rPr>
              <a:t>main</a:t>
            </a:r>
            <a:r>
              <a:rPr lang="en-US" sz="2200" b="0" u="none" strike="noStrike">
                <a:solidFill>
                  <a:schemeClr val="dk1"/>
                </a:solidFill>
                <a:effectLst/>
                <a:uFillTx/>
                <a:latin typeface="Calibri"/>
                <a:ea typeface="Courier New"/>
              </a:rPr>
              <a:t>.</a:t>
            </a:r>
            <a:endParaRPr lang="en-US" sz="2200" b="0" u="none" strike="noStrike">
              <a:solidFill>
                <a:srgbClr val="000000"/>
              </a:solidFill>
              <a:effectLst/>
              <a:uFillTx/>
              <a:latin typeface="Arial"/>
            </a:endParaRPr>
          </a:p>
          <a:p>
            <a:pPr defTabSz="914400">
              <a:lnSpc>
                <a:spcPct val="100000"/>
              </a:lnSpc>
              <a:spcAft>
                <a:spcPts val="799"/>
              </a:spcAft>
              <a:tabLst>
                <a:tab pos="0" algn="l"/>
              </a:tabLst>
            </a:pPr>
            <a:r>
              <a:rPr lang="en-US" sz="2200" b="0" u="none" strike="noStrike">
                <a:solidFill>
                  <a:schemeClr val="dk1"/>
                </a:solidFill>
                <a:effectLst/>
                <a:uFillTx/>
                <a:latin typeface="Calibri"/>
                <a:ea typeface="Courier New"/>
              </a:rPr>
              <a:t>3. Add your first name to the index heading.</a:t>
            </a:r>
            <a:endParaRPr lang="en-US" sz="2200" b="0" u="none" strike="noStrike">
              <a:solidFill>
                <a:srgbClr val="000000"/>
              </a:solidFill>
              <a:effectLst/>
              <a:uFillTx/>
              <a:latin typeface="Arial"/>
            </a:endParaRPr>
          </a:p>
          <a:p>
            <a:pPr defTabSz="914400">
              <a:lnSpc>
                <a:spcPct val="100000"/>
              </a:lnSpc>
              <a:tabLst>
                <a:tab pos="0" algn="l"/>
              </a:tabLst>
            </a:pPr>
            <a:r>
              <a:rPr lang="en-US" sz="2200" b="0" u="none" strike="noStrike">
                <a:solidFill>
                  <a:schemeClr val="dk1"/>
                </a:solidFill>
                <a:effectLst/>
                <a:uFillTx/>
                <a:latin typeface="Calibri"/>
                <a:ea typeface="Courier New"/>
              </a:rPr>
              <a:t>Open a pull request. Its run must skip </a:t>
            </a:r>
            <a:r>
              <a:rPr lang="en-US" sz="2200" b="0" u="none" strike="noStrike">
                <a:solidFill>
                  <a:schemeClr val="dk1"/>
                </a:solidFill>
                <a:effectLst/>
                <a:uFillTx/>
                <a:latin typeface="Courier New"/>
                <a:ea typeface="Courier New"/>
              </a:rPr>
              <a:t>deploy</a:t>
            </a:r>
            <a:r>
              <a:rPr lang="en-US" sz="2200" b="0" u="none" strike="noStrike">
                <a:solidFill>
                  <a:schemeClr val="dk1"/>
                </a:solidFill>
                <a:effectLst/>
                <a:uFillTx/>
                <a:latin typeface="Calibri"/>
                <a:ea typeface="Courier New"/>
              </a:rPr>
              <a:t>. Then merge it.</a:t>
            </a:r>
            <a:endParaRPr lang="en-US" sz="2200" b="0" u="none" strike="noStrike">
              <a:solidFill>
                <a:srgbClr val="000000"/>
              </a:solidFill>
              <a:effectLst/>
              <a:uFillTx/>
              <a:latin typeface="Arial"/>
            </a:endParaRPr>
          </a:p>
        </p:txBody>
      </p:sp>
      <p:sp>
        <p:nvSpPr>
          <p:cNvPr id="349" name="PlaceHolder 2"/>
          <p:cNvSpPr>
            <a:spLocks noGrp="1"/>
          </p:cNvSpPr>
          <p:nvPr>
            <p:ph type="sldNum" idx="40"/>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29DFD1D3-F8B3-48AC-82DD-89CF999064B7}" type="slidenum">
              <a:rPr lang="en-US" sz="1000" b="0" u="none" strike="noStrike">
                <a:solidFill>
                  <a:schemeClr val="accent6"/>
                </a:solidFill>
                <a:effectLst/>
                <a:uFillTx/>
                <a:latin typeface="Calibri"/>
              </a:rPr>
              <a:t>34</a:t>
            </a:fld>
            <a:endParaRPr lang="en-US" sz="1000" b="0" u="none" strike="noStrike">
              <a:solidFill>
                <a:srgbClr val="000000"/>
              </a:solidFill>
              <a:effectLst/>
              <a:uFillTx/>
              <a:latin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Step 3: stuck?</a:t>
            </a:r>
          </a:p>
        </p:txBody>
      </p:sp>
      <p:sp>
        <p:nvSpPr>
          <p:cNvPr id="351" name="requirement line"/>
          <p:cNvSpPr/>
          <p:nvPr/>
        </p:nvSpPr>
        <p:spPr>
          <a:xfrm>
            <a:off x="548640" y="1060560"/>
            <a:ext cx="8046360" cy="347040"/>
          </a:xfrm>
          <a:prstGeom prst="roundRect">
            <a:avLst>
              <a:gd name="adj" fmla="val 21053"/>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52" name="Text 2"/>
          <p:cNvSpPr/>
          <p:nvPr/>
        </p:nvSpPr>
        <p:spPr>
          <a:xfrm>
            <a:off x="777240" y="1060560"/>
            <a:ext cx="75891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chemeClr val="lt1"/>
                </a:solidFill>
                <a:effectLst/>
                <a:uFillTx/>
                <a:latin typeface="Calibri"/>
              </a:rPr>
              <a:t>Pull request trigger, </a:t>
            </a:r>
            <a:r>
              <a:rPr lang="en-US" sz="1600" b="1" u="none" strike="noStrike">
                <a:solidFill>
                  <a:schemeClr val="lt1"/>
                </a:solidFill>
                <a:effectLst/>
                <a:uFillTx/>
                <a:latin typeface="Courier New"/>
                <a:ea typeface="Courier New"/>
              </a:rPr>
              <a:t>if:</a:t>
            </a:r>
            <a:r>
              <a:rPr lang="en-US" sz="1600" b="1" u="none" strike="noStrike">
                <a:solidFill>
                  <a:schemeClr val="lt1"/>
                </a:solidFill>
                <a:effectLst/>
                <a:uFillTx/>
                <a:latin typeface="Calibri"/>
                <a:ea typeface="Courier New"/>
              </a:rPr>
              <a:t> on </a:t>
            </a:r>
            <a:r>
              <a:rPr lang="en-US" sz="1600" b="1" u="none" strike="noStrike">
                <a:solidFill>
                  <a:schemeClr val="lt1"/>
                </a:solidFill>
                <a:effectLst/>
                <a:uFillTx/>
                <a:latin typeface="Courier New"/>
                <a:ea typeface="Courier New"/>
              </a:rPr>
              <a:t>deploy</a:t>
            </a:r>
            <a:r>
              <a:rPr lang="en-US" sz="1600" b="1" u="none" strike="noStrike">
                <a:solidFill>
                  <a:schemeClr val="lt1"/>
                </a:solidFill>
                <a:effectLst/>
                <a:uFillTx/>
                <a:latin typeface="Calibri"/>
                <a:ea typeface="Courier New"/>
              </a:rPr>
              <a:t>, your first name in the heading.</a:t>
            </a:r>
            <a:endParaRPr lang="en-US" sz="1600" b="0" u="none" strike="noStrike">
              <a:solidFill>
                <a:srgbClr val="000000"/>
              </a:solidFill>
              <a:effectLst/>
              <a:uFillTx/>
              <a:latin typeface="Arial"/>
            </a:endParaRPr>
          </a:p>
        </p:txBody>
      </p:sp>
      <p:sp>
        <p:nvSpPr>
          <p:cNvPr id="353" name="hint a card"/>
          <p:cNvSpPr/>
          <p:nvPr/>
        </p:nvSpPr>
        <p:spPr>
          <a:xfrm>
            <a:off x="548640" y="1481400"/>
            <a:ext cx="8046360" cy="455400"/>
          </a:xfrm>
          <a:prstGeom prst="roundRect">
            <a:avLst>
              <a:gd name="adj" fmla="val 16046"/>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54" name="hint a circle"/>
          <p:cNvSpPr/>
          <p:nvPr/>
        </p:nvSpPr>
        <p:spPr>
          <a:xfrm>
            <a:off x="640080" y="1544760"/>
            <a:ext cx="328680" cy="328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55" name="hint a letter"/>
          <p:cNvSpPr/>
          <p:nvPr/>
        </p:nvSpPr>
        <p:spPr>
          <a:xfrm>
            <a:off x="640080" y="1544760"/>
            <a:ext cx="328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chemeClr val="lt1"/>
                </a:solidFill>
                <a:effectLst/>
                <a:uFillTx/>
                <a:latin typeface="Calibri"/>
              </a:rPr>
              <a:t>a</a:t>
            </a:r>
            <a:endParaRPr lang="en-US" sz="1200" b="0" u="none" strike="noStrike">
              <a:solidFill>
                <a:srgbClr val="000000"/>
              </a:solidFill>
              <a:effectLst/>
              <a:uFillTx/>
              <a:latin typeface="Arial"/>
            </a:endParaRPr>
          </a:p>
        </p:txBody>
      </p:sp>
      <p:sp>
        <p:nvSpPr>
          <p:cNvPr id="356" name="hint a text"/>
          <p:cNvSpPr/>
          <p:nvPr/>
        </p:nvSpPr>
        <p:spPr>
          <a:xfrm>
            <a:off x="1060560" y="1481400"/>
            <a:ext cx="7443000" cy="45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chemeClr val="dk1"/>
                </a:solidFill>
                <a:effectLst/>
                <a:uFillTx/>
                <a:latin typeface="Calibri"/>
              </a:rPr>
              <a:t>Make a branch: </a:t>
            </a:r>
            <a:r>
              <a:rPr lang="en-US" sz="1400" b="0" u="none" strike="noStrike">
                <a:solidFill>
                  <a:schemeClr val="dk1"/>
                </a:solidFill>
                <a:effectLst/>
                <a:uFillTx/>
                <a:latin typeface="Courier New"/>
                <a:ea typeface="Courier New"/>
              </a:rPr>
              <a:t>git switch -c my-change</a:t>
            </a:r>
            <a:r>
              <a:rPr lang="en-US" sz="1400" b="0" u="none" strike="noStrike">
                <a:solidFill>
                  <a:schemeClr val="dk1"/>
                </a:solidFill>
                <a:effectLst/>
                <a:uFillTx/>
                <a:latin typeface="Calibri"/>
                <a:ea typeface="Courier New"/>
              </a:rPr>
              <a:t>. You are not on </a:t>
            </a:r>
            <a:r>
              <a:rPr lang="en-US" sz="1400" b="0" u="none" strike="noStrike">
                <a:solidFill>
                  <a:schemeClr val="dk1"/>
                </a:solidFill>
                <a:effectLst/>
                <a:uFillTx/>
                <a:latin typeface="Courier New"/>
                <a:ea typeface="Courier New"/>
              </a:rPr>
              <a:t>main</a:t>
            </a:r>
            <a:r>
              <a:rPr lang="en-US" sz="1400" b="0" u="none" strike="noStrike">
                <a:solidFill>
                  <a:schemeClr val="dk1"/>
                </a:solidFill>
                <a:effectLst/>
                <a:uFillTx/>
                <a:latin typeface="Calibri"/>
                <a:ea typeface="Courier New"/>
              </a:rPr>
              <a:t> now.</a:t>
            </a:r>
            <a:endParaRPr lang="en-US" sz="1400" b="0" u="none" strike="noStrike">
              <a:solidFill>
                <a:srgbClr val="000000"/>
              </a:solidFill>
              <a:effectLst/>
              <a:uFillTx/>
              <a:latin typeface="Arial"/>
            </a:endParaRPr>
          </a:p>
        </p:txBody>
      </p:sp>
      <p:sp>
        <p:nvSpPr>
          <p:cNvPr id="357" name="hint b card"/>
          <p:cNvSpPr/>
          <p:nvPr/>
        </p:nvSpPr>
        <p:spPr>
          <a:xfrm>
            <a:off x="548640" y="1973880"/>
            <a:ext cx="8046360" cy="455400"/>
          </a:xfrm>
          <a:prstGeom prst="roundRect">
            <a:avLst>
              <a:gd name="adj" fmla="val 16046"/>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58" name="hint b circle"/>
          <p:cNvSpPr/>
          <p:nvPr/>
        </p:nvSpPr>
        <p:spPr>
          <a:xfrm>
            <a:off x="640080" y="2037240"/>
            <a:ext cx="328680" cy="328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59" name="hint b letter"/>
          <p:cNvSpPr/>
          <p:nvPr/>
        </p:nvSpPr>
        <p:spPr>
          <a:xfrm>
            <a:off x="640080" y="2037240"/>
            <a:ext cx="328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chemeClr val="lt1"/>
                </a:solidFill>
                <a:effectLst/>
                <a:uFillTx/>
                <a:latin typeface="Calibri"/>
              </a:rPr>
              <a:t>b</a:t>
            </a:r>
            <a:endParaRPr lang="en-US" sz="1200" b="0" u="none" strike="noStrike">
              <a:solidFill>
                <a:srgbClr val="000000"/>
              </a:solidFill>
              <a:effectLst/>
              <a:uFillTx/>
              <a:latin typeface="Arial"/>
            </a:endParaRPr>
          </a:p>
        </p:txBody>
      </p:sp>
      <p:sp>
        <p:nvSpPr>
          <p:cNvPr id="360" name="hint b text"/>
          <p:cNvSpPr/>
          <p:nvPr/>
        </p:nvSpPr>
        <p:spPr>
          <a:xfrm>
            <a:off x="1060560" y="1973880"/>
            <a:ext cx="7443000" cy="45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chemeClr val="dk1"/>
                </a:solidFill>
                <a:effectLst/>
                <a:uFillTx/>
                <a:latin typeface="Calibri"/>
              </a:rPr>
              <a:t>Which event fires when a pull request is opened? Add it under </a:t>
            </a:r>
            <a:r>
              <a:rPr lang="en-US" sz="1400" b="0" u="none" strike="noStrike">
                <a:solidFill>
                  <a:schemeClr val="dk1"/>
                </a:solidFill>
                <a:effectLst/>
                <a:uFillTx/>
                <a:latin typeface="Courier New"/>
                <a:ea typeface="Courier New"/>
              </a:rPr>
              <a:t>on:</a:t>
            </a:r>
            <a:r>
              <a:rPr lang="en-US" sz="1400" b="0" u="none" strike="noStrike">
                <a:solidFill>
                  <a:schemeClr val="dk1"/>
                </a:solidFill>
                <a:effectLst/>
                <a:uFillTx/>
                <a:latin typeface="Calibri"/>
                <a:ea typeface="Courier New"/>
              </a:rPr>
              <a:t>.</a:t>
            </a:r>
            <a:endParaRPr lang="en-US" sz="1400" b="0" u="none" strike="noStrike">
              <a:solidFill>
                <a:srgbClr val="000000"/>
              </a:solidFill>
              <a:effectLst/>
              <a:uFillTx/>
              <a:latin typeface="Arial"/>
            </a:endParaRPr>
          </a:p>
        </p:txBody>
      </p:sp>
      <p:sp>
        <p:nvSpPr>
          <p:cNvPr id="361" name="hint c card"/>
          <p:cNvSpPr/>
          <p:nvPr/>
        </p:nvSpPr>
        <p:spPr>
          <a:xfrm>
            <a:off x="548640" y="2466360"/>
            <a:ext cx="8046360" cy="455400"/>
          </a:xfrm>
          <a:prstGeom prst="roundRect">
            <a:avLst>
              <a:gd name="adj" fmla="val 16046"/>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62" name="hint c circle"/>
          <p:cNvSpPr/>
          <p:nvPr/>
        </p:nvSpPr>
        <p:spPr>
          <a:xfrm>
            <a:off x="640080" y="2529720"/>
            <a:ext cx="328680" cy="328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63" name="hint c letter"/>
          <p:cNvSpPr/>
          <p:nvPr/>
        </p:nvSpPr>
        <p:spPr>
          <a:xfrm>
            <a:off x="640080" y="2529720"/>
            <a:ext cx="328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chemeClr val="lt1"/>
                </a:solidFill>
                <a:effectLst/>
                <a:uFillTx/>
                <a:latin typeface="Calibri"/>
              </a:rPr>
              <a:t>c</a:t>
            </a:r>
            <a:endParaRPr lang="en-US" sz="1200" b="0" u="none" strike="noStrike">
              <a:solidFill>
                <a:srgbClr val="000000"/>
              </a:solidFill>
              <a:effectLst/>
              <a:uFillTx/>
              <a:latin typeface="Arial"/>
            </a:endParaRPr>
          </a:p>
        </p:txBody>
      </p:sp>
      <p:sp>
        <p:nvSpPr>
          <p:cNvPr id="364" name="hint c text"/>
          <p:cNvSpPr/>
          <p:nvPr/>
        </p:nvSpPr>
        <p:spPr>
          <a:xfrm>
            <a:off x="1060560" y="2466360"/>
            <a:ext cx="7443000" cy="45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chemeClr val="dk1"/>
                </a:solidFill>
                <a:effectLst/>
                <a:uFillTx/>
                <a:latin typeface="Courier New"/>
                <a:ea typeface="Courier New"/>
              </a:rPr>
              <a:t>pull_request</a:t>
            </a:r>
            <a:r>
              <a:rPr lang="en-US" sz="1400" b="0" u="none" strike="noStrike">
                <a:solidFill>
                  <a:schemeClr val="dk1"/>
                </a:solidFill>
                <a:effectLst/>
                <a:uFillTx/>
                <a:latin typeface="Calibri"/>
                <a:ea typeface="Courier New"/>
              </a:rPr>
              <a:t> has a </a:t>
            </a:r>
            <a:r>
              <a:rPr lang="en-US" sz="1400" b="0" u="none" strike="noStrike">
                <a:solidFill>
                  <a:schemeClr val="dk1"/>
                </a:solidFill>
                <a:effectLst/>
                <a:uFillTx/>
                <a:latin typeface="Courier New"/>
                <a:ea typeface="Courier New"/>
              </a:rPr>
              <a:t>branches:</a:t>
            </a:r>
            <a:r>
              <a:rPr lang="en-US" sz="1400" b="0" u="none" strike="noStrike">
                <a:solidFill>
                  <a:schemeClr val="dk1"/>
                </a:solidFill>
                <a:effectLst/>
                <a:uFillTx/>
                <a:latin typeface="Calibri"/>
                <a:ea typeface="Courier New"/>
              </a:rPr>
              <a:t> list like </a:t>
            </a:r>
            <a:r>
              <a:rPr lang="en-US" sz="1400" b="0" u="none" strike="noStrike">
                <a:solidFill>
                  <a:schemeClr val="dk1"/>
                </a:solidFill>
                <a:effectLst/>
                <a:uFillTx/>
                <a:latin typeface="Courier New"/>
                <a:ea typeface="Courier New"/>
              </a:rPr>
              <a:t>push</a:t>
            </a:r>
            <a:r>
              <a:rPr lang="en-US" sz="1400" b="0" u="none" strike="noStrike">
                <a:solidFill>
                  <a:schemeClr val="dk1"/>
                </a:solidFill>
                <a:effectLst/>
                <a:uFillTx/>
                <a:latin typeface="Calibri"/>
                <a:ea typeface="Courier New"/>
              </a:rPr>
              <a:t>: the branch the pull request goes into.</a:t>
            </a:r>
            <a:endParaRPr lang="en-US" sz="1400" b="0" u="none" strike="noStrike">
              <a:solidFill>
                <a:srgbClr val="000000"/>
              </a:solidFill>
              <a:effectLst/>
              <a:uFillTx/>
              <a:latin typeface="Arial"/>
            </a:endParaRPr>
          </a:p>
        </p:txBody>
      </p:sp>
      <p:sp>
        <p:nvSpPr>
          <p:cNvPr id="365" name="hint d card"/>
          <p:cNvSpPr/>
          <p:nvPr/>
        </p:nvSpPr>
        <p:spPr>
          <a:xfrm>
            <a:off x="548640" y="2958840"/>
            <a:ext cx="8046360" cy="455400"/>
          </a:xfrm>
          <a:prstGeom prst="roundRect">
            <a:avLst>
              <a:gd name="adj" fmla="val 16046"/>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66" name="hint d circle"/>
          <p:cNvSpPr/>
          <p:nvPr/>
        </p:nvSpPr>
        <p:spPr>
          <a:xfrm>
            <a:off x="640080" y="3022200"/>
            <a:ext cx="328680" cy="328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67" name="hint d letter"/>
          <p:cNvSpPr/>
          <p:nvPr/>
        </p:nvSpPr>
        <p:spPr>
          <a:xfrm>
            <a:off x="640080" y="3022200"/>
            <a:ext cx="328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chemeClr val="lt1"/>
                </a:solidFill>
                <a:effectLst/>
                <a:uFillTx/>
                <a:latin typeface="Calibri"/>
              </a:rPr>
              <a:t>d</a:t>
            </a:r>
            <a:endParaRPr lang="en-US" sz="1200" b="0" u="none" strike="noStrike">
              <a:solidFill>
                <a:srgbClr val="000000"/>
              </a:solidFill>
              <a:effectLst/>
              <a:uFillTx/>
              <a:latin typeface="Arial"/>
            </a:endParaRPr>
          </a:p>
        </p:txBody>
      </p:sp>
      <p:sp>
        <p:nvSpPr>
          <p:cNvPr id="368" name="hint d text"/>
          <p:cNvSpPr/>
          <p:nvPr/>
        </p:nvSpPr>
        <p:spPr>
          <a:xfrm>
            <a:off x="1060560" y="2958840"/>
            <a:ext cx="7443000" cy="45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chemeClr val="dk1"/>
                </a:solidFill>
                <a:effectLst/>
                <a:uFillTx/>
                <a:latin typeface="Calibri"/>
              </a:rPr>
              <a:t>A job can have an </a:t>
            </a:r>
            <a:r>
              <a:rPr lang="en-US" sz="1400" b="0" u="none" strike="noStrike">
                <a:solidFill>
                  <a:schemeClr val="dk1"/>
                </a:solidFill>
                <a:effectLst/>
                <a:uFillTx/>
                <a:latin typeface="Courier New"/>
                <a:ea typeface="Courier New"/>
              </a:rPr>
              <a:t>if:</a:t>
            </a:r>
            <a:r>
              <a:rPr lang="en-US" sz="1400" b="0" u="none" strike="noStrike">
                <a:solidFill>
                  <a:schemeClr val="dk1"/>
                </a:solidFill>
                <a:effectLst/>
                <a:uFillTx/>
                <a:latin typeface="Calibri"/>
                <a:ea typeface="Courier New"/>
              </a:rPr>
              <a:t>. On </a:t>
            </a:r>
            <a:r>
              <a:rPr lang="en-US" sz="1400" b="0" u="none" strike="noStrike">
                <a:solidFill>
                  <a:schemeClr val="dk1"/>
                </a:solidFill>
                <a:effectLst/>
                <a:uFillTx/>
                <a:latin typeface="Courier New"/>
                <a:ea typeface="Courier New"/>
              </a:rPr>
              <a:t>main</a:t>
            </a:r>
            <a:r>
              <a:rPr lang="en-US" sz="1400" b="0" u="none" strike="noStrike">
                <a:solidFill>
                  <a:schemeClr val="dk1"/>
                </a:solidFill>
                <a:effectLst/>
                <a:uFillTx/>
                <a:latin typeface="Calibri"/>
                <a:ea typeface="Courier New"/>
              </a:rPr>
              <a:t> the ref is </a:t>
            </a:r>
            <a:r>
              <a:rPr lang="en-US" sz="1400" b="0" u="none" strike="noStrike">
                <a:solidFill>
                  <a:schemeClr val="dk1"/>
                </a:solidFill>
                <a:effectLst/>
                <a:uFillTx/>
                <a:latin typeface="Courier New"/>
                <a:ea typeface="Courier New"/>
              </a:rPr>
              <a:t>refs/heads/main</a:t>
            </a:r>
            <a:r>
              <a:rPr lang="en-US" sz="1400" b="0" u="none" strike="noStrike">
                <a:solidFill>
                  <a:schemeClr val="dk1"/>
                </a:solidFill>
                <a:effectLst/>
                <a:uFillTx/>
                <a:latin typeface="Calibri"/>
                <a:ea typeface="Courier New"/>
              </a:rPr>
              <a:t>. On a pull request it is another ref.</a:t>
            </a:r>
            <a:endParaRPr lang="en-US" sz="1400" b="0" u="none" strike="noStrike">
              <a:solidFill>
                <a:srgbClr val="000000"/>
              </a:solidFill>
              <a:effectLst/>
              <a:uFillTx/>
              <a:latin typeface="Arial"/>
            </a:endParaRPr>
          </a:p>
        </p:txBody>
      </p:sp>
      <p:sp>
        <p:nvSpPr>
          <p:cNvPr id="369" name="hint e card"/>
          <p:cNvSpPr/>
          <p:nvPr/>
        </p:nvSpPr>
        <p:spPr>
          <a:xfrm>
            <a:off x="548640" y="3451320"/>
            <a:ext cx="8046360" cy="455400"/>
          </a:xfrm>
          <a:prstGeom prst="roundRect">
            <a:avLst>
              <a:gd name="adj" fmla="val 16046"/>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70" name="hint e circle"/>
          <p:cNvSpPr/>
          <p:nvPr/>
        </p:nvSpPr>
        <p:spPr>
          <a:xfrm>
            <a:off x="640080" y="3514680"/>
            <a:ext cx="328680" cy="328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71" name="hint e letter"/>
          <p:cNvSpPr/>
          <p:nvPr/>
        </p:nvSpPr>
        <p:spPr>
          <a:xfrm>
            <a:off x="640080" y="3514680"/>
            <a:ext cx="328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chemeClr val="lt1"/>
                </a:solidFill>
                <a:effectLst/>
                <a:uFillTx/>
                <a:latin typeface="Calibri"/>
              </a:rPr>
              <a:t>e</a:t>
            </a:r>
            <a:endParaRPr lang="en-US" sz="1200" b="0" u="none" strike="noStrike">
              <a:solidFill>
                <a:srgbClr val="000000"/>
              </a:solidFill>
              <a:effectLst/>
              <a:uFillTx/>
              <a:latin typeface="Arial"/>
            </a:endParaRPr>
          </a:p>
        </p:txBody>
      </p:sp>
      <p:sp>
        <p:nvSpPr>
          <p:cNvPr id="372" name="hint e text"/>
          <p:cNvSpPr/>
          <p:nvPr/>
        </p:nvSpPr>
        <p:spPr>
          <a:xfrm>
            <a:off x="1060560" y="3451320"/>
            <a:ext cx="7443000" cy="45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chemeClr val="dk1"/>
                </a:solidFill>
                <a:effectLst/>
                <a:uFillTx/>
                <a:latin typeface="Calibri"/>
              </a:rPr>
              <a:t>Put </a:t>
            </a:r>
            <a:r>
              <a:rPr lang="en-US" sz="1400" b="0" u="none" strike="noStrike">
                <a:solidFill>
                  <a:schemeClr val="dk1"/>
                </a:solidFill>
                <a:effectLst/>
                <a:uFillTx/>
                <a:latin typeface="Courier New"/>
                <a:ea typeface="Courier New"/>
              </a:rPr>
              <a:t>if:</a:t>
            </a:r>
            <a:r>
              <a:rPr lang="en-US" sz="1400" b="0" u="none" strike="noStrike">
                <a:solidFill>
                  <a:schemeClr val="dk1"/>
                </a:solidFill>
                <a:effectLst/>
                <a:uFillTx/>
                <a:latin typeface="Calibri"/>
                <a:ea typeface="Courier New"/>
              </a:rPr>
              <a:t> on the </a:t>
            </a:r>
            <a:r>
              <a:rPr lang="en-US" sz="1400" b="0" u="none" strike="noStrike">
                <a:solidFill>
                  <a:schemeClr val="dk1"/>
                </a:solidFill>
                <a:effectLst/>
                <a:uFillTx/>
                <a:latin typeface="Courier New"/>
                <a:ea typeface="Courier New"/>
              </a:rPr>
              <a:t>deploy</a:t>
            </a:r>
            <a:r>
              <a:rPr lang="en-US" sz="1400" b="0" u="none" strike="noStrike">
                <a:solidFill>
                  <a:schemeClr val="dk1"/>
                </a:solidFill>
                <a:effectLst/>
                <a:uFillTx/>
                <a:latin typeface="Calibri"/>
                <a:ea typeface="Courier New"/>
              </a:rPr>
              <a:t> job, next to </a:t>
            </a:r>
            <a:r>
              <a:rPr lang="en-US" sz="1400" b="0" u="none" strike="noStrike">
                <a:solidFill>
                  <a:schemeClr val="dk1"/>
                </a:solidFill>
                <a:effectLst/>
                <a:uFillTx/>
                <a:latin typeface="Courier New"/>
                <a:ea typeface="Courier New"/>
              </a:rPr>
              <a:t>needs</a:t>
            </a:r>
            <a:r>
              <a:rPr lang="en-US" sz="1400" b="0" u="none" strike="noStrike">
                <a:solidFill>
                  <a:schemeClr val="dk1"/>
                </a:solidFill>
                <a:effectLst/>
                <a:uFillTx/>
                <a:latin typeface="Calibri"/>
                <a:ea typeface="Courier New"/>
              </a:rPr>
              <a:t>. Add your first name to the heading line.</a:t>
            </a:r>
            <a:endParaRPr lang="en-US" sz="1400" b="0" u="none" strike="noStrike">
              <a:solidFill>
                <a:srgbClr val="000000"/>
              </a:solidFill>
              <a:effectLst/>
              <a:uFillTx/>
              <a:latin typeface="Arial"/>
            </a:endParaRPr>
          </a:p>
        </p:txBody>
      </p:sp>
      <p:sp>
        <p:nvSpPr>
          <p:cNvPr id="373" name="hint f card"/>
          <p:cNvSpPr/>
          <p:nvPr/>
        </p:nvSpPr>
        <p:spPr>
          <a:xfrm>
            <a:off x="548640" y="3943800"/>
            <a:ext cx="8046360" cy="455400"/>
          </a:xfrm>
          <a:prstGeom prst="roundRect">
            <a:avLst>
              <a:gd name="adj" fmla="val 16046"/>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74" name="hint f circle"/>
          <p:cNvSpPr/>
          <p:nvPr/>
        </p:nvSpPr>
        <p:spPr>
          <a:xfrm>
            <a:off x="640080" y="4007160"/>
            <a:ext cx="328680" cy="328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75" name="hint f letter"/>
          <p:cNvSpPr/>
          <p:nvPr/>
        </p:nvSpPr>
        <p:spPr>
          <a:xfrm>
            <a:off x="640080" y="4007160"/>
            <a:ext cx="328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chemeClr val="lt1"/>
                </a:solidFill>
                <a:effectLst/>
                <a:uFillTx/>
                <a:latin typeface="Calibri"/>
              </a:rPr>
              <a:t>f</a:t>
            </a:r>
            <a:endParaRPr lang="en-US" sz="1200" b="0" u="none" strike="noStrike">
              <a:solidFill>
                <a:srgbClr val="000000"/>
              </a:solidFill>
              <a:effectLst/>
              <a:uFillTx/>
              <a:latin typeface="Arial"/>
            </a:endParaRPr>
          </a:p>
        </p:txBody>
      </p:sp>
      <p:sp>
        <p:nvSpPr>
          <p:cNvPr id="376" name="hint f text"/>
          <p:cNvSpPr/>
          <p:nvPr/>
        </p:nvSpPr>
        <p:spPr>
          <a:xfrm>
            <a:off x="1060560" y="3943800"/>
            <a:ext cx="7443000" cy="45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chemeClr val="dk1"/>
                </a:solidFill>
                <a:effectLst/>
                <a:uFillTx/>
                <a:latin typeface="Calibri"/>
              </a:rPr>
              <a:t>Commit and push: </a:t>
            </a:r>
            <a:r>
              <a:rPr lang="en-US" sz="1400" b="0" u="none" strike="noStrike">
                <a:solidFill>
                  <a:schemeClr val="dk1"/>
                </a:solidFill>
                <a:effectLst/>
                <a:uFillTx/>
                <a:latin typeface="Courier New"/>
                <a:ea typeface="Courier New"/>
              </a:rPr>
              <a:t>git add -A</a:t>
            </a:r>
            <a:r>
              <a:rPr lang="en-US" sz="1400" b="0" u="none" strike="noStrike">
                <a:solidFill>
                  <a:schemeClr val="dk1"/>
                </a:solidFill>
                <a:effectLst/>
                <a:uFillTx/>
                <a:latin typeface="Calibri"/>
                <a:ea typeface="Courier New"/>
              </a:rPr>
              <a:t>, </a:t>
            </a:r>
            <a:r>
              <a:rPr lang="en-US" sz="1400" b="0" u="none" strike="noStrike">
                <a:solidFill>
                  <a:schemeClr val="dk1"/>
                </a:solidFill>
                <a:effectLst/>
                <a:uFillTx/>
                <a:latin typeface="Courier New"/>
                <a:ea typeface="Courier New"/>
              </a:rPr>
              <a:t>git commit -m "gate"</a:t>
            </a:r>
            <a:r>
              <a:rPr lang="en-US" sz="1400" b="0" u="none" strike="noStrike">
                <a:solidFill>
                  <a:schemeClr val="dk1"/>
                </a:solidFill>
                <a:effectLst/>
                <a:uFillTx/>
                <a:latin typeface="Calibri"/>
                <a:ea typeface="Courier New"/>
              </a:rPr>
              <a:t>,</a:t>
            </a:r>
            <a:endParaRPr lang="en-US"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chemeClr val="dk1"/>
                </a:solidFill>
                <a:effectLst/>
                <a:uFillTx/>
                <a:latin typeface="Courier New"/>
                <a:ea typeface="Courier New"/>
              </a:rPr>
              <a:t>git push -u origin my-change</a:t>
            </a:r>
            <a:r>
              <a:rPr lang="en-US" sz="1400" b="0" u="none" strike="noStrike">
                <a:solidFill>
                  <a:schemeClr val="dk1"/>
                </a:solidFill>
                <a:effectLst/>
                <a:uFillTx/>
                <a:latin typeface="Calibri"/>
                <a:ea typeface="Courier New"/>
              </a:rPr>
              <a:t>.</a:t>
            </a:r>
            <a:endParaRPr lang="en-US" sz="1400" b="0" u="none" strike="noStrike">
              <a:solidFill>
                <a:srgbClr val="000000"/>
              </a:solidFill>
              <a:effectLst/>
              <a:uFillTx/>
              <a:latin typeface="Arial"/>
            </a:endParaRPr>
          </a:p>
        </p:txBody>
      </p:sp>
      <p:sp>
        <p:nvSpPr>
          <p:cNvPr id="377" name="hint g card"/>
          <p:cNvSpPr/>
          <p:nvPr/>
        </p:nvSpPr>
        <p:spPr>
          <a:xfrm>
            <a:off x="548640" y="4436280"/>
            <a:ext cx="8046360" cy="455400"/>
          </a:xfrm>
          <a:prstGeom prst="roundRect">
            <a:avLst>
              <a:gd name="adj" fmla="val 16046"/>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78" name="hint g circle"/>
          <p:cNvSpPr/>
          <p:nvPr/>
        </p:nvSpPr>
        <p:spPr>
          <a:xfrm>
            <a:off x="640080" y="4499640"/>
            <a:ext cx="328680" cy="328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79" name="hint g letter"/>
          <p:cNvSpPr/>
          <p:nvPr/>
        </p:nvSpPr>
        <p:spPr>
          <a:xfrm>
            <a:off x="640080" y="4499640"/>
            <a:ext cx="328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chemeClr val="lt1"/>
                </a:solidFill>
                <a:effectLst/>
                <a:uFillTx/>
                <a:latin typeface="Calibri"/>
              </a:rPr>
              <a:t>g</a:t>
            </a:r>
            <a:endParaRPr lang="en-US" sz="1200" b="0" u="none" strike="noStrike">
              <a:solidFill>
                <a:srgbClr val="000000"/>
              </a:solidFill>
              <a:effectLst/>
              <a:uFillTx/>
              <a:latin typeface="Arial"/>
            </a:endParaRPr>
          </a:p>
        </p:txBody>
      </p:sp>
      <p:sp>
        <p:nvSpPr>
          <p:cNvPr id="380" name="hint g text"/>
          <p:cNvSpPr/>
          <p:nvPr/>
        </p:nvSpPr>
        <p:spPr>
          <a:xfrm>
            <a:off x="1060560" y="4436280"/>
            <a:ext cx="7443000" cy="45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chemeClr val="dk1"/>
                </a:solidFill>
                <a:effectLst/>
                <a:uFillTx/>
                <a:latin typeface="Calibri"/>
              </a:rPr>
              <a:t>Open the pull request into </a:t>
            </a:r>
            <a:r>
              <a:rPr lang="en-US" sz="1400" b="0" u="none" strike="noStrike">
                <a:solidFill>
                  <a:schemeClr val="dk1"/>
                </a:solidFill>
                <a:effectLst/>
                <a:uFillTx/>
                <a:latin typeface="Courier New"/>
                <a:ea typeface="Courier New"/>
              </a:rPr>
              <a:t>main</a:t>
            </a:r>
            <a:r>
              <a:rPr lang="en-US" sz="1400" b="0" u="none" strike="noStrike">
                <a:solidFill>
                  <a:schemeClr val="dk1"/>
                </a:solidFill>
                <a:effectLst/>
                <a:uFillTx/>
                <a:latin typeface="Calibri"/>
                <a:ea typeface="Courier New"/>
              </a:rPr>
              <a:t> of your own repo: the link </a:t>
            </a:r>
            <a:r>
              <a:rPr lang="en-US" sz="1400" b="0" u="none" strike="noStrike">
                <a:solidFill>
                  <a:schemeClr val="dk1"/>
                </a:solidFill>
                <a:effectLst/>
                <a:uFillTx/>
                <a:latin typeface="Courier New"/>
                <a:ea typeface="Courier New"/>
              </a:rPr>
              <a:t>git</a:t>
            </a:r>
            <a:r>
              <a:rPr lang="en-US" sz="1400" b="0" u="none" strike="noStrike">
                <a:solidFill>
                  <a:schemeClr val="dk1"/>
                </a:solidFill>
                <a:effectLst/>
                <a:uFillTx/>
                <a:latin typeface="Calibri"/>
                <a:ea typeface="Courier New"/>
              </a:rPr>
              <a:t> prints, or the button on your repo page.</a:t>
            </a:r>
            <a:endParaRPr lang="en-US" sz="1400" b="0" u="none" strike="noStrike">
              <a:solidFill>
                <a:srgbClr val="000000"/>
              </a:solidFill>
              <a:effectLst/>
              <a:uFillTx/>
              <a:latin typeface="Arial"/>
            </a:endParaRPr>
          </a:p>
        </p:txBody>
      </p:sp>
      <p:sp>
        <p:nvSpPr>
          <p:cNvPr id="381" name="PlaceHolder 2"/>
          <p:cNvSpPr>
            <a:spLocks noGrp="1"/>
          </p:cNvSpPr>
          <p:nvPr>
            <p:ph type="sldNum" idx="41"/>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B16BDC8E-3BF9-4905-9433-25EC0277667C}" type="slidenum">
              <a:rPr lang="en-US" sz="1000" b="0" u="none" strike="noStrike">
                <a:solidFill>
                  <a:schemeClr val="accent6"/>
                </a:solidFill>
                <a:effectLst/>
                <a:uFillTx/>
                <a:latin typeface="Calibri"/>
              </a:rPr>
              <a:t>35</a:t>
            </a:fld>
            <a:endParaRPr lang="en-US" sz="1000" b="0" u="none" strike="noStrike">
              <a:solidFill>
                <a:srgbClr val="000000"/>
              </a:solidFill>
              <a:effectLst/>
              <a:uFillTx/>
              <a:latin typeface="Times New Roman"/>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353"/>
                                        </p:tgtEl>
                                        <p:attrNameLst>
                                          <p:attrName>style.visibility</p:attrName>
                                        </p:attrNameLst>
                                      </p:cBhvr>
                                      <p:to>
                                        <p:strVal val="visible"/>
                                      </p:to>
                                    </p:set>
                                  </p:childTnLst>
                                </p:cTn>
                              </p:par>
                              <p:par>
                                <p:cTn id="7" presetID="1" presetClass="entr" fill="hold" nodeType="withEffect">
                                  <p:stCondLst>
                                    <p:cond delay="0"/>
                                  </p:stCondLst>
                                  <p:childTnLst>
                                    <p:set>
                                      <p:cBhvr>
                                        <p:cTn id="8" dur="1" fill="hold">
                                          <p:stCondLst>
                                            <p:cond delay="0"/>
                                          </p:stCondLst>
                                        </p:cTn>
                                        <p:tgtEl>
                                          <p:spTgt spid="354"/>
                                        </p:tgtEl>
                                        <p:attrNameLst>
                                          <p:attrName>style.visibility</p:attrName>
                                        </p:attrNameLst>
                                      </p:cBhvr>
                                      <p:to>
                                        <p:strVal val="visible"/>
                                      </p:to>
                                    </p:set>
                                  </p:childTnLst>
                                </p:cTn>
                              </p:par>
                              <p:par>
                                <p:cTn id="9" presetID="1" presetClass="entr" fill="hold" nodeType="withEffect">
                                  <p:stCondLst>
                                    <p:cond delay="0"/>
                                  </p:stCondLst>
                                  <p:childTnLst>
                                    <p:set>
                                      <p:cBhvr>
                                        <p:cTn id="10" dur="1" fill="hold">
                                          <p:stCondLst>
                                            <p:cond delay="0"/>
                                          </p:stCondLst>
                                        </p:cTn>
                                        <p:tgtEl>
                                          <p:spTgt spid="355"/>
                                        </p:tgtEl>
                                        <p:attrNameLst>
                                          <p:attrName>style.visibility</p:attrName>
                                        </p:attrNameLst>
                                      </p:cBhvr>
                                      <p:to>
                                        <p:strVal val="visible"/>
                                      </p:to>
                                    </p:set>
                                  </p:childTnLst>
                                </p:cTn>
                              </p:par>
                              <p:par>
                                <p:cTn id="11" presetID="1" presetClass="entr" fill="hold" nodeType="withEffect">
                                  <p:stCondLst>
                                    <p:cond delay="0"/>
                                  </p:stCondLst>
                                  <p:childTnLst>
                                    <p:set>
                                      <p:cBhvr>
                                        <p:cTn id="12" dur="1" fill="hold">
                                          <p:stCondLst>
                                            <p:cond delay="0"/>
                                          </p:stCondLst>
                                        </p:cTn>
                                        <p:tgtEl>
                                          <p:spTgt spid="35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fill="hold" nodeType="clickEffect">
                                  <p:stCondLst>
                                    <p:cond delay="0"/>
                                  </p:stCondLst>
                                  <p:childTnLst>
                                    <p:set>
                                      <p:cBhvr>
                                        <p:cTn id="16" dur="1" fill="hold">
                                          <p:stCondLst>
                                            <p:cond delay="0"/>
                                          </p:stCondLst>
                                        </p:cTn>
                                        <p:tgtEl>
                                          <p:spTgt spid="357"/>
                                        </p:tgtEl>
                                        <p:attrNameLst>
                                          <p:attrName>style.visibility</p:attrName>
                                        </p:attrNameLst>
                                      </p:cBhvr>
                                      <p:to>
                                        <p:strVal val="visible"/>
                                      </p:to>
                                    </p:set>
                                  </p:childTnLst>
                                </p:cTn>
                              </p:par>
                              <p:par>
                                <p:cTn id="17" presetID="1" presetClass="entr" fill="hold" nodeType="withEffect">
                                  <p:stCondLst>
                                    <p:cond delay="0"/>
                                  </p:stCondLst>
                                  <p:childTnLst>
                                    <p:set>
                                      <p:cBhvr>
                                        <p:cTn id="18" dur="1" fill="hold">
                                          <p:stCondLst>
                                            <p:cond delay="0"/>
                                          </p:stCondLst>
                                        </p:cTn>
                                        <p:tgtEl>
                                          <p:spTgt spid="358"/>
                                        </p:tgtEl>
                                        <p:attrNameLst>
                                          <p:attrName>style.visibility</p:attrName>
                                        </p:attrNameLst>
                                      </p:cBhvr>
                                      <p:to>
                                        <p:strVal val="visible"/>
                                      </p:to>
                                    </p:set>
                                  </p:childTnLst>
                                </p:cTn>
                              </p:par>
                              <p:par>
                                <p:cTn id="19" presetID="1" presetClass="entr" fill="hold" nodeType="withEffect">
                                  <p:stCondLst>
                                    <p:cond delay="0"/>
                                  </p:stCondLst>
                                  <p:childTnLst>
                                    <p:set>
                                      <p:cBhvr>
                                        <p:cTn id="20" dur="1" fill="hold">
                                          <p:stCondLst>
                                            <p:cond delay="0"/>
                                          </p:stCondLst>
                                        </p:cTn>
                                        <p:tgtEl>
                                          <p:spTgt spid="359"/>
                                        </p:tgtEl>
                                        <p:attrNameLst>
                                          <p:attrName>style.visibility</p:attrName>
                                        </p:attrNameLst>
                                      </p:cBhvr>
                                      <p:to>
                                        <p:strVal val="visible"/>
                                      </p:to>
                                    </p:set>
                                  </p:childTnLst>
                                </p:cTn>
                              </p:par>
                              <p:par>
                                <p:cTn id="21" presetID="1" presetClass="entr" fill="hold" nodeType="withEffect">
                                  <p:stCondLst>
                                    <p:cond delay="0"/>
                                  </p:stCondLst>
                                  <p:childTnLst>
                                    <p:set>
                                      <p:cBhvr>
                                        <p:cTn id="22" dur="1" fill="hold">
                                          <p:stCondLst>
                                            <p:cond delay="0"/>
                                          </p:stCondLst>
                                        </p:cTn>
                                        <p:tgtEl>
                                          <p:spTgt spid="36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p:cTn id="26" dur="1" fill="hold">
                                          <p:stCondLst>
                                            <p:cond delay="0"/>
                                          </p:stCondLst>
                                        </p:cTn>
                                        <p:tgtEl>
                                          <p:spTgt spid="361"/>
                                        </p:tgtEl>
                                        <p:attrNameLst>
                                          <p:attrName>style.visibility</p:attrName>
                                        </p:attrNameLst>
                                      </p:cBhvr>
                                      <p:to>
                                        <p:strVal val="visible"/>
                                      </p:to>
                                    </p:set>
                                  </p:childTnLst>
                                </p:cTn>
                              </p:par>
                              <p:par>
                                <p:cTn id="27" presetID="1" presetClass="entr" fill="hold" nodeType="withEffect">
                                  <p:stCondLst>
                                    <p:cond delay="0"/>
                                  </p:stCondLst>
                                  <p:childTnLst>
                                    <p:set>
                                      <p:cBhvr>
                                        <p:cTn id="28" dur="1" fill="hold">
                                          <p:stCondLst>
                                            <p:cond delay="0"/>
                                          </p:stCondLst>
                                        </p:cTn>
                                        <p:tgtEl>
                                          <p:spTgt spid="362"/>
                                        </p:tgtEl>
                                        <p:attrNameLst>
                                          <p:attrName>style.visibility</p:attrName>
                                        </p:attrNameLst>
                                      </p:cBhvr>
                                      <p:to>
                                        <p:strVal val="visible"/>
                                      </p:to>
                                    </p:set>
                                  </p:childTnLst>
                                </p:cTn>
                              </p:par>
                              <p:par>
                                <p:cTn id="29" presetID="1" presetClass="entr" fill="hold" nodeType="withEffect">
                                  <p:stCondLst>
                                    <p:cond delay="0"/>
                                  </p:stCondLst>
                                  <p:childTnLst>
                                    <p:set>
                                      <p:cBhvr>
                                        <p:cTn id="30" dur="1" fill="hold">
                                          <p:stCondLst>
                                            <p:cond delay="0"/>
                                          </p:stCondLst>
                                        </p:cTn>
                                        <p:tgtEl>
                                          <p:spTgt spid="363"/>
                                        </p:tgtEl>
                                        <p:attrNameLst>
                                          <p:attrName>style.visibility</p:attrName>
                                        </p:attrNameLst>
                                      </p:cBhvr>
                                      <p:to>
                                        <p:strVal val="visible"/>
                                      </p:to>
                                    </p:set>
                                  </p:childTnLst>
                                </p:cTn>
                              </p:par>
                              <p:par>
                                <p:cTn id="31" presetID="1" presetClass="entr" fill="hold" nodeType="withEffect">
                                  <p:stCondLst>
                                    <p:cond delay="0"/>
                                  </p:stCondLst>
                                  <p:childTnLst>
                                    <p:set>
                                      <p:cBhvr>
                                        <p:cTn id="32" dur="1" fill="hold">
                                          <p:stCondLst>
                                            <p:cond delay="0"/>
                                          </p:stCondLst>
                                        </p:cTn>
                                        <p:tgtEl>
                                          <p:spTgt spid="36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fill="hold" nodeType="clickEffect">
                                  <p:stCondLst>
                                    <p:cond delay="0"/>
                                  </p:stCondLst>
                                  <p:childTnLst>
                                    <p:set>
                                      <p:cBhvr>
                                        <p:cTn id="36" dur="1" fill="hold">
                                          <p:stCondLst>
                                            <p:cond delay="0"/>
                                          </p:stCondLst>
                                        </p:cTn>
                                        <p:tgtEl>
                                          <p:spTgt spid="365"/>
                                        </p:tgtEl>
                                        <p:attrNameLst>
                                          <p:attrName>style.visibility</p:attrName>
                                        </p:attrNameLst>
                                      </p:cBhvr>
                                      <p:to>
                                        <p:strVal val="visible"/>
                                      </p:to>
                                    </p:set>
                                  </p:childTnLst>
                                </p:cTn>
                              </p:par>
                              <p:par>
                                <p:cTn id="37" presetID="1" presetClass="entr" fill="hold" nodeType="withEffect">
                                  <p:stCondLst>
                                    <p:cond delay="0"/>
                                  </p:stCondLst>
                                  <p:childTnLst>
                                    <p:set>
                                      <p:cBhvr>
                                        <p:cTn id="38" dur="1" fill="hold">
                                          <p:stCondLst>
                                            <p:cond delay="0"/>
                                          </p:stCondLst>
                                        </p:cTn>
                                        <p:tgtEl>
                                          <p:spTgt spid="366"/>
                                        </p:tgtEl>
                                        <p:attrNameLst>
                                          <p:attrName>style.visibility</p:attrName>
                                        </p:attrNameLst>
                                      </p:cBhvr>
                                      <p:to>
                                        <p:strVal val="visible"/>
                                      </p:to>
                                    </p:set>
                                  </p:childTnLst>
                                </p:cTn>
                              </p:par>
                              <p:par>
                                <p:cTn id="39" presetID="1" presetClass="entr" fill="hold" nodeType="withEffect">
                                  <p:stCondLst>
                                    <p:cond delay="0"/>
                                  </p:stCondLst>
                                  <p:childTnLst>
                                    <p:set>
                                      <p:cBhvr>
                                        <p:cTn id="40" dur="1" fill="hold">
                                          <p:stCondLst>
                                            <p:cond delay="0"/>
                                          </p:stCondLst>
                                        </p:cTn>
                                        <p:tgtEl>
                                          <p:spTgt spid="367"/>
                                        </p:tgtEl>
                                        <p:attrNameLst>
                                          <p:attrName>style.visibility</p:attrName>
                                        </p:attrNameLst>
                                      </p:cBhvr>
                                      <p:to>
                                        <p:strVal val="visible"/>
                                      </p:to>
                                    </p:set>
                                  </p:childTnLst>
                                </p:cTn>
                              </p:par>
                              <p:par>
                                <p:cTn id="41" presetID="1" presetClass="entr" fill="hold" nodeType="withEffect">
                                  <p:stCondLst>
                                    <p:cond delay="0"/>
                                  </p:stCondLst>
                                  <p:childTnLst>
                                    <p:set>
                                      <p:cBhvr>
                                        <p:cTn id="42" dur="1" fill="hold">
                                          <p:stCondLst>
                                            <p:cond delay="0"/>
                                          </p:stCondLst>
                                        </p:cTn>
                                        <p:tgtEl>
                                          <p:spTgt spid="36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fill="hold" nodeType="clickEffect">
                                  <p:stCondLst>
                                    <p:cond delay="0"/>
                                  </p:stCondLst>
                                  <p:childTnLst>
                                    <p:set>
                                      <p:cBhvr>
                                        <p:cTn id="46" dur="1" fill="hold">
                                          <p:stCondLst>
                                            <p:cond delay="0"/>
                                          </p:stCondLst>
                                        </p:cTn>
                                        <p:tgtEl>
                                          <p:spTgt spid="369"/>
                                        </p:tgtEl>
                                        <p:attrNameLst>
                                          <p:attrName>style.visibility</p:attrName>
                                        </p:attrNameLst>
                                      </p:cBhvr>
                                      <p:to>
                                        <p:strVal val="visible"/>
                                      </p:to>
                                    </p:set>
                                  </p:childTnLst>
                                </p:cTn>
                              </p:par>
                              <p:par>
                                <p:cTn id="47" presetID="1" presetClass="entr" fill="hold" nodeType="withEffect">
                                  <p:stCondLst>
                                    <p:cond delay="0"/>
                                  </p:stCondLst>
                                  <p:childTnLst>
                                    <p:set>
                                      <p:cBhvr>
                                        <p:cTn id="48" dur="1" fill="hold">
                                          <p:stCondLst>
                                            <p:cond delay="0"/>
                                          </p:stCondLst>
                                        </p:cTn>
                                        <p:tgtEl>
                                          <p:spTgt spid="370"/>
                                        </p:tgtEl>
                                        <p:attrNameLst>
                                          <p:attrName>style.visibility</p:attrName>
                                        </p:attrNameLst>
                                      </p:cBhvr>
                                      <p:to>
                                        <p:strVal val="visible"/>
                                      </p:to>
                                    </p:set>
                                  </p:childTnLst>
                                </p:cTn>
                              </p:par>
                              <p:par>
                                <p:cTn id="49" presetID="1" presetClass="entr" fill="hold" nodeType="withEffect">
                                  <p:stCondLst>
                                    <p:cond delay="0"/>
                                  </p:stCondLst>
                                  <p:childTnLst>
                                    <p:set>
                                      <p:cBhvr>
                                        <p:cTn id="50" dur="1" fill="hold">
                                          <p:stCondLst>
                                            <p:cond delay="0"/>
                                          </p:stCondLst>
                                        </p:cTn>
                                        <p:tgtEl>
                                          <p:spTgt spid="371"/>
                                        </p:tgtEl>
                                        <p:attrNameLst>
                                          <p:attrName>style.visibility</p:attrName>
                                        </p:attrNameLst>
                                      </p:cBhvr>
                                      <p:to>
                                        <p:strVal val="visible"/>
                                      </p:to>
                                    </p:set>
                                  </p:childTnLst>
                                </p:cTn>
                              </p:par>
                              <p:par>
                                <p:cTn id="51" presetID="1" presetClass="entr" fill="hold" nodeType="withEffect">
                                  <p:stCondLst>
                                    <p:cond delay="0"/>
                                  </p:stCondLst>
                                  <p:childTnLst>
                                    <p:set>
                                      <p:cBhvr>
                                        <p:cTn id="52" dur="1" fill="hold">
                                          <p:stCondLst>
                                            <p:cond delay="0"/>
                                          </p:stCondLst>
                                        </p:cTn>
                                        <p:tgtEl>
                                          <p:spTgt spid="38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fill="hold" nodeType="clickEffect">
                                  <p:stCondLst>
                                    <p:cond delay="0"/>
                                  </p:stCondLst>
                                  <p:childTnLst>
                                    <p:set>
                                      <p:cBhvr>
                                        <p:cTn id="56" dur="1" fill="hold">
                                          <p:stCondLst>
                                            <p:cond delay="0"/>
                                          </p:stCondLst>
                                        </p:cTn>
                                        <p:tgtEl>
                                          <p:spTgt spid="373"/>
                                        </p:tgtEl>
                                        <p:attrNameLst>
                                          <p:attrName>style.visibility</p:attrName>
                                        </p:attrNameLst>
                                      </p:cBhvr>
                                      <p:to>
                                        <p:strVal val="visible"/>
                                      </p:to>
                                    </p:set>
                                  </p:childTnLst>
                                </p:cTn>
                              </p:par>
                              <p:par>
                                <p:cTn id="57" presetID="1" presetClass="entr" fill="hold" nodeType="withEffect">
                                  <p:stCondLst>
                                    <p:cond delay="0"/>
                                  </p:stCondLst>
                                  <p:childTnLst>
                                    <p:set>
                                      <p:cBhvr>
                                        <p:cTn id="58" dur="1" fill="hold">
                                          <p:stCondLst>
                                            <p:cond delay="0"/>
                                          </p:stCondLst>
                                        </p:cTn>
                                        <p:tgtEl>
                                          <p:spTgt spid="374"/>
                                        </p:tgtEl>
                                        <p:attrNameLst>
                                          <p:attrName>style.visibility</p:attrName>
                                        </p:attrNameLst>
                                      </p:cBhvr>
                                      <p:to>
                                        <p:strVal val="visible"/>
                                      </p:to>
                                    </p:set>
                                  </p:childTnLst>
                                </p:cTn>
                              </p:par>
                              <p:par>
                                <p:cTn id="59" presetID="1" presetClass="entr" fill="hold" nodeType="withEffect">
                                  <p:stCondLst>
                                    <p:cond delay="0"/>
                                  </p:stCondLst>
                                  <p:childTnLst>
                                    <p:set>
                                      <p:cBhvr>
                                        <p:cTn id="60" dur="1" fill="hold">
                                          <p:stCondLst>
                                            <p:cond delay="0"/>
                                          </p:stCondLst>
                                        </p:cTn>
                                        <p:tgtEl>
                                          <p:spTgt spid="375"/>
                                        </p:tgtEl>
                                        <p:attrNameLst>
                                          <p:attrName>style.visibility</p:attrName>
                                        </p:attrNameLst>
                                      </p:cBhvr>
                                      <p:to>
                                        <p:strVal val="visible"/>
                                      </p:to>
                                    </p:set>
                                  </p:childTnLst>
                                </p:cTn>
                              </p:par>
                              <p:par>
                                <p:cTn id="61" presetID="1" presetClass="entr" fill="hold" nodeType="withEffect">
                                  <p:stCondLst>
                                    <p:cond delay="0"/>
                                  </p:stCondLst>
                                  <p:childTnLst>
                                    <p:set>
                                      <p:cBhvr>
                                        <p:cTn id="62" dur="1" fill="hold">
                                          <p:stCondLst>
                                            <p:cond delay="0"/>
                                          </p:stCondLst>
                                        </p:cTn>
                                        <p:tgtEl>
                                          <p:spTgt spid="37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fill="hold" nodeType="clickEffect">
                                  <p:stCondLst>
                                    <p:cond delay="0"/>
                                  </p:stCondLst>
                                  <p:childTnLst>
                                    <p:set>
                                      <p:cBhvr>
                                        <p:cTn id="66" dur="1" fill="hold">
                                          <p:stCondLst>
                                            <p:cond delay="0"/>
                                          </p:stCondLst>
                                        </p:cTn>
                                        <p:tgtEl>
                                          <p:spTgt spid="377"/>
                                        </p:tgtEl>
                                        <p:attrNameLst>
                                          <p:attrName>style.visibility</p:attrName>
                                        </p:attrNameLst>
                                      </p:cBhvr>
                                      <p:to>
                                        <p:strVal val="visible"/>
                                      </p:to>
                                    </p:set>
                                  </p:childTnLst>
                                </p:cTn>
                              </p:par>
                              <p:par>
                                <p:cTn id="67" presetID="1" presetClass="entr" fill="hold" nodeType="withEffect">
                                  <p:stCondLst>
                                    <p:cond delay="0"/>
                                  </p:stCondLst>
                                  <p:childTnLst>
                                    <p:set>
                                      <p:cBhvr>
                                        <p:cTn id="68" dur="1" fill="hold">
                                          <p:stCondLst>
                                            <p:cond delay="0"/>
                                          </p:stCondLst>
                                        </p:cTn>
                                        <p:tgtEl>
                                          <p:spTgt spid="378"/>
                                        </p:tgtEl>
                                        <p:attrNameLst>
                                          <p:attrName>style.visibility</p:attrName>
                                        </p:attrNameLst>
                                      </p:cBhvr>
                                      <p:to>
                                        <p:strVal val="visible"/>
                                      </p:to>
                                    </p:set>
                                  </p:childTnLst>
                                </p:cTn>
                              </p:par>
                              <p:par>
                                <p:cTn id="69" presetID="1" presetClass="entr" fill="hold" nodeType="withEffect">
                                  <p:stCondLst>
                                    <p:cond delay="0"/>
                                  </p:stCondLst>
                                  <p:childTnLst>
                                    <p:set>
                                      <p:cBhvr>
                                        <p:cTn id="70" dur="1" fill="hold">
                                          <p:stCondLst>
                                            <p:cond delay="0"/>
                                          </p:stCondLst>
                                        </p:cTn>
                                        <p:tgtEl>
                                          <p:spTgt spid="379"/>
                                        </p:tgtEl>
                                        <p:attrNameLst>
                                          <p:attrName>style.visibility</p:attrName>
                                        </p:attrNameLst>
                                      </p:cBhvr>
                                      <p:to>
                                        <p:strVal val="visible"/>
                                      </p:to>
                                    </p:set>
                                  </p:childTnLst>
                                </p:cTn>
                              </p:par>
                              <p:par>
                                <p:cTn id="71" presetID="1" presetClass="entr" fill="hold" nodeType="withEffect">
                                  <p:stCondLst>
                                    <p:cond delay="0"/>
                                  </p:stCondLst>
                                  <p:childTnLst>
                                    <p:set>
                                      <p:cBhvr>
                                        <p:cTn id="72" dur="1" fill="hold">
                                          <p:stCondLst>
                                            <p:cond delay="0"/>
                                          </p:stCondLst>
                                        </p:cTn>
                                        <p:tgtEl>
                                          <p:spTgt spid="3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Step 3: answer</a:t>
            </a:r>
          </a:p>
        </p:txBody>
      </p:sp>
      <p:sp>
        <p:nvSpPr>
          <p:cNvPr id="383" name="Text 1"/>
          <p:cNvSpPr/>
          <p:nvPr/>
        </p:nvSpPr>
        <p:spPr>
          <a:xfrm>
            <a:off x="3383280" y="411480"/>
            <a:ext cx="557748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400" b="1" u="none" strike="noStrike">
                <a:solidFill>
                  <a:schemeClr val="accent1"/>
                </a:solidFill>
                <a:effectLst/>
                <a:uFillTx/>
                <a:latin typeface="Calibri"/>
              </a:rPr>
              <a:t>Green lines are new or changed.</a:t>
            </a:r>
            <a:endParaRPr lang="en-US" sz="1400" b="0" u="none" strike="noStrike">
              <a:solidFill>
                <a:srgbClr val="000000"/>
              </a:solidFill>
              <a:effectLst/>
              <a:uFillTx/>
              <a:latin typeface="Arial"/>
            </a:endParaRPr>
          </a:p>
        </p:txBody>
      </p:sp>
      <p:sp>
        <p:nvSpPr>
          <p:cNvPr id="384" name="code panel on"/>
          <p:cNvSpPr/>
          <p:nvPr/>
        </p:nvSpPr>
        <p:spPr>
          <a:xfrm>
            <a:off x="320040" y="1143000"/>
            <a:ext cx="3108600" cy="1919880"/>
          </a:xfrm>
          <a:prstGeom prst="roundRect">
            <a:avLst>
              <a:gd name="adj" fmla="val 3810"/>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5" name="code"/>
          <p:cNvSpPr/>
          <p:nvPr/>
        </p:nvSpPr>
        <p:spPr>
          <a:xfrm>
            <a:off x="484560" y="1225440"/>
            <a:ext cx="2779560" cy="1755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ts val="1919"/>
              </a:lnSpc>
              <a:tabLst>
                <a:tab pos="0" algn="l"/>
              </a:tabLst>
            </a:pPr>
            <a:r>
              <a:rPr lang="en-US" sz="1600" b="0" u="none" strike="noStrike">
                <a:solidFill>
                  <a:srgbClr val="9DA7B3"/>
                </a:solidFill>
                <a:effectLst/>
                <a:uFillTx/>
                <a:latin typeface="Courier New"/>
                <a:ea typeface="Courier New"/>
              </a:rPr>
              <a:t>on:</a:t>
            </a:r>
            <a:endParaRPr lang="en-US" sz="1600" b="0" u="none" strike="noStrike">
              <a:solidFill>
                <a:srgbClr val="000000"/>
              </a:solidFill>
              <a:effectLst/>
              <a:uFillTx/>
              <a:latin typeface="Arial"/>
            </a:endParaRPr>
          </a:p>
          <a:p>
            <a:pPr defTabSz="914400">
              <a:lnSpc>
                <a:spcPts val="1919"/>
              </a:lnSpc>
              <a:tabLst>
                <a:tab pos="0" algn="l"/>
              </a:tabLst>
            </a:pPr>
            <a:r>
              <a:rPr lang="en-US" sz="1600" b="0" u="none" strike="noStrike">
                <a:solidFill>
                  <a:srgbClr val="9DA7B3"/>
                </a:solidFill>
                <a:effectLst/>
                <a:uFillTx/>
                <a:latin typeface="Courier New"/>
                <a:ea typeface="Courier New"/>
              </a:rPr>
              <a:t>  push:</a:t>
            </a:r>
            <a:endParaRPr lang="en-US" sz="1600" b="0" u="none" strike="noStrike">
              <a:solidFill>
                <a:srgbClr val="000000"/>
              </a:solidFill>
              <a:effectLst/>
              <a:uFillTx/>
              <a:latin typeface="Arial"/>
            </a:endParaRPr>
          </a:p>
          <a:p>
            <a:pPr defTabSz="914400">
              <a:lnSpc>
                <a:spcPts val="1919"/>
              </a:lnSpc>
              <a:tabLst>
                <a:tab pos="0" algn="l"/>
              </a:tabLst>
            </a:pPr>
            <a:r>
              <a:rPr lang="en-US" sz="1600" b="0" u="none" strike="noStrike">
                <a:solidFill>
                  <a:srgbClr val="9DA7B3"/>
                </a:solidFill>
                <a:effectLst/>
                <a:uFillTx/>
                <a:latin typeface="Courier New"/>
                <a:ea typeface="Courier New"/>
              </a:rPr>
              <a:t>    branches:</a:t>
            </a:r>
            <a:endParaRPr lang="en-US" sz="1600" b="0" u="none" strike="noStrike">
              <a:solidFill>
                <a:srgbClr val="000000"/>
              </a:solidFill>
              <a:effectLst/>
              <a:uFillTx/>
              <a:latin typeface="Arial"/>
            </a:endParaRPr>
          </a:p>
          <a:p>
            <a:pPr defTabSz="914400">
              <a:lnSpc>
                <a:spcPts val="1919"/>
              </a:lnSpc>
              <a:tabLst>
                <a:tab pos="0" algn="l"/>
              </a:tabLst>
            </a:pPr>
            <a:r>
              <a:rPr lang="en-US" sz="1600" b="0" u="none" strike="noStrike">
                <a:solidFill>
                  <a:srgbClr val="9DA7B3"/>
                </a:solidFill>
                <a:effectLst/>
                <a:uFillTx/>
                <a:latin typeface="Courier New"/>
                <a:ea typeface="Courier New"/>
              </a:rPr>
              <a:t>      - main</a:t>
            </a:r>
            <a:endParaRPr lang="en-US" sz="1600" b="0" u="none" strike="noStrike">
              <a:solidFill>
                <a:srgbClr val="000000"/>
              </a:solidFill>
              <a:effectLst/>
              <a:uFillTx/>
              <a:latin typeface="Arial"/>
            </a:endParaRPr>
          </a:p>
          <a:p>
            <a:pPr defTabSz="914400">
              <a:lnSpc>
                <a:spcPts val="1919"/>
              </a:lnSpc>
              <a:tabLst>
                <a:tab pos="0" algn="l"/>
              </a:tabLst>
            </a:pPr>
            <a:r>
              <a:rPr lang="en-US" sz="1600" b="1" u="none" strike="noStrike">
                <a:solidFill>
                  <a:srgbClr val="56D364"/>
                </a:solidFill>
                <a:effectLst/>
                <a:highlight>
                  <a:srgbClr val="1B3A28"/>
                </a:highlight>
                <a:uFillTx/>
                <a:latin typeface="Courier New"/>
                <a:ea typeface="Courier New"/>
              </a:rPr>
              <a:t>  pull_request:</a:t>
            </a:r>
            <a:endParaRPr lang="en-US" sz="1600" b="0" u="none" strike="noStrike">
              <a:solidFill>
                <a:srgbClr val="000000"/>
              </a:solidFill>
              <a:effectLst/>
              <a:uFillTx/>
              <a:latin typeface="Arial"/>
            </a:endParaRPr>
          </a:p>
          <a:p>
            <a:pPr defTabSz="914400">
              <a:lnSpc>
                <a:spcPts val="1919"/>
              </a:lnSpc>
              <a:tabLst>
                <a:tab pos="0" algn="l"/>
              </a:tabLst>
            </a:pPr>
            <a:r>
              <a:rPr lang="en-US" sz="1600" b="1" u="none" strike="noStrike">
                <a:solidFill>
                  <a:srgbClr val="56D364"/>
                </a:solidFill>
                <a:effectLst/>
                <a:highlight>
                  <a:srgbClr val="1B3A28"/>
                </a:highlight>
                <a:uFillTx/>
                <a:latin typeface="Courier New"/>
                <a:ea typeface="Courier New"/>
              </a:rPr>
              <a:t>    branches:</a:t>
            </a:r>
            <a:endParaRPr lang="en-US" sz="1600" b="0" u="none" strike="noStrike">
              <a:solidFill>
                <a:srgbClr val="000000"/>
              </a:solidFill>
              <a:effectLst/>
              <a:uFillTx/>
              <a:latin typeface="Arial"/>
            </a:endParaRPr>
          </a:p>
          <a:p>
            <a:pPr defTabSz="914400">
              <a:lnSpc>
                <a:spcPts val="1919"/>
              </a:lnSpc>
              <a:tabLst>
                <a:tab pos="0" algn="l"/>
              </a:tabLst>
            </a:pPr>
            <a:r>
              <a:rPr lang="en-US" sz="1600" b="1" u="none" strike="noStrike">
                <a:solidFill>
                  <a:srgbClr val="56D364"/>
                </a:solidFill>
                <a:effectLst/>
                <a:highlight>
                  <a:srgbClr val="1B3A28"/>
                </a:highlight>
                <a:uFillTx/>
                <a:latin typeface="Courier New"/>
                <a:ea typeface="Courier New"/>
              </a:rPr>
              <a:t>      - main</a:t>
            </a:r>
            <a:endParaRPr lang="en-US" sz="1600" b="0" u="none" strike="noStrike">
              <a:solidFill>
                <a:srgbClr val="000000"/>
              </a:solidFill>
              <a:effectLst/>
              <a:uFillTx/>
              <a:latin typeface="Arial"/>
            </a:endParaRPr>
          </a:p>
        </p:txBody>
      </p:sp>
      <p:sp>
        <p:nvSpPr>
          <p:cNvPr id="386" name="code panel deploy"/>
          <p:cNvSpPr/>
          <p:nvPr/>
        </p:nvSpPr>
        <p:spPr>
          <a:xfrm>
            <a:off x="3566160" y="1143000"/>
            <a:ext cx="5257440" cy="1919880"/>
          </a:xfrm>
          <a:prstGeom prst="roundRect">
            <a:avLst>
              <a:gd name="adj" fmla="val 3810"/>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7" name="code"/>
          <p:cNvSpPr/>
          <p:nvPr/>
        </p:nvSpPr>
        <p:spPr>
          <a:xfrm>
            <a:off x="3730680" y="1225440"/>
            <a:ext cx="4928400" cy="1755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ts val="1919"/>
              </a:lnSpc>
              <a:tabLst>
                <a:tab pos="0" algn="l"/>
              </a:tabLst>
            </a:pPr>
            <a:r>
              <a:rPr lang="en-US" sz="1600" b="0" u="none" strike="noStrike">
                <a:solidFill>
                  <a:srgbClr val="9DA7B3"/>
                </a:solidFill>
                <a:effectLst/>
                <a:uFillTx/>
                <a:latin typeface="Courier New"/>
                <a:ea typeface="Courier New"/>
              </a:rPr>
              <a:t>  deploy:</a:t>
            </a:r>
            <a:endParaRPr lang="en-US" sz="1600" b="0" u="none" strike="noStrike">
              <a:solidFill>
                <a:srgbClr val="000000"/>
              </a:solidFill>
              <a:effectLst/>
              <a:uFillTx/>
              <a:latin typeface="Arial"/>
            </a:endParaRPr>
          </a:p>
          <a:p>
            <a:pPr defTabSz="914400">
              <a:lnSpc>
                <a:spcPts val="1919"/>
              </a:lnSpc>
              <a:tabLst>
                <a:tab pos="0" algn="l"/>
              </a:tabLst>
            </a:pPr>
            <a:r>
              <a:rPr lang="en-US" sz="1600" b="0" u="none" strike="noStrike">
                <a:solidFill>
                  <a:srgbClr val="9DA7B3"/>
                </a:solidFill>
                <a:effectLst/>
                <a:uFillTx/>
                <a:latin typeface="Courier New"/>
                <a:ea typeface="Courier New"/>
              </a:rPr>
              <a:t>    needs: run_tests</a:t>
            </a:r>
            <a:endParaRPr lang="en-US" sz="1600" b="0" u="none" strike="noStrike">
              <a:solidFill>
                <a:srgbClr val="000000"/>
              </a:solidFill>
              <a:effectLst/>
              <a:uFillTx/>
              <a:latin typeface="Arial"/>
            </a:endParaRPr>
          </a:p>
          <a:p>
            <a:pPr defTabSz="914400">
              <a:lnSpc>
                <a:spcPts val="1919"/>
              </a:lnSpc>
              <a:tabLst>
                <a:tab pos="0" algn="l"/>
              </a:tabLst>
            </a:pPr>
            <a:r>
              <a:rPr lang="en-US" sz="1600" b="1" u="none" strike="noStrike">
                <a:solidFill>
                  <a:srgbClr val="56D364"/>
                </a:solidFill>
                <a:effectLst/>
                <a:highlight>
                  <a:srgbClr val="1B3A28"/>
                </a:highlight>
                <a:uFillTx/>
                <a:latin typeface="Courier New"/>
                <a:ea typeface="Courier New"/>
              </a:rPr>
              <a:t>    if: github.ref == 'refs/heads/main'</a:t>
            </a:r>
            <a:endParaRPr lang="en-US" sz="1600" b="0" u="none" strike="noStrike">
              <a:solidFill>
                <a:srgbClr val="000000"/>
              </a:solidFill>
              <a:effectLst/>
              <a:uFillTx/>
              <a:latin typeface="Arial"/>
            </a:endParaRPr>
          </a:p>
        </p:txBody>
      </p:sp>
      <p:sp>
        <p:nvSpPr>
          <p:cNvPr id="388" name="code panel heading"/>
          <p:cNvSpPr/>
          <p:nvPr/>
        </p:nvSpPr>
        <p:spPr>
          <a:xfrm>
            <a:off x="320040" y="3200400"/>
            <a:ext cx="8503560" cy="639720"/>
          </a:xfrm>
          <a:prstGeom prst="roundRect">
            <a:avLst>
              <a:gd name="adj" fmla="val 11429"/>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9" name="code"/>
          <p:cNvSpPr/>
          <p:nvPr/>
        </p:nvSpPr>
        <p:spPr>
          <a:xfrm>
            <a:off x="484560" y="3282840"/>
            <a:ext cx="817452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919"/>
              </a:lnSpc>
              <a:tabLst>
                <a:tab pos="0" algn="l"/>
              </a:tabLst>
            </a:pPr>
            <a:r>
              <a:rPr lang="en-US" sz="1600" b="1" u="none" strike="noStrike">
                <a:solidFill>
                  <a:srgbClr val="56D364"/>
                </a:solidFill>
                <a:effectLst/>
                <a:highlight>
                  <a:srgbClr val="1B3A28"/>
                </a:highlight>
                <a:uFillTx/>
                <a:latin typeface="Courier New"/>
                <a:ea typeface="Courier New"/>
              </a:rPr>
              <a:t>&lt;h1&gt;Bandit reports, Ola&lt;/h1&gt;</a:t>
            </a:r>
            <a:endParaRPr lang="en-US" sz="1600" b="0" u="none" strike="noStrike">
              <a:solidFill>
                <a:srgbClr val="000000"/>
              </a:solidFill>
              <a:effectLst/>
              <a:uFillTx/>
              <a:latin typeface="Arial"/>
            </a:endParaRPr>
          </a:p>
        </p:txBody>
      </p:sp>
      <p:sp>
        <p:nvSpPr>
          <p:cNvPr id="390" name="Text 8"/>
          <p:cNvSpPr/>
          <p:nvPr/>
        </p:nvSpPr>
        <p:spPr>
          <a:xfrm>
            <a:off x="320040" y="3931920"/>
            <a:ext cx="85035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chemeClr val="accent6"/>
                </a:solidFill>
                <a:effectLst/>
                <a:uFillTx/>
                <a:latin typeface="Calibri"/>
              </a:rPr>
              <a:t>In your index step this line replaces the heading.</a:t>
            </a:r>
            <a:endParaRPr lang="en-US" sz="1600" b="0" u="none" strike="noStrike">
              <a:solidFill>
                <a:srgbClr val="000000"/>
              </a:solidFill>
              <a:effectLst/>
              <a:uFillTx/>
              <a:latin typeface="Arial"/>
            </a:endParaRPr>
          </a:p>
        </p:txBody>
      </p:sp>
      <p:sp>
        <p:nvSpPr>
          <p:cNvPr id="391" name="PlaceHolder 2"/>
          <p:cNvSpPr>
            <a:spLocks noGrp="1"/>
          </p:cNvSpPr>
          <p:nvPr>
            <p:ph type="sldNum" idx="42"/>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8A14B4EE-3A73-4064-AD0F-9EAC2C4B3ACF}" type="slidenum">
              <a:rPr lang="en-US" sz="1000" b="0" u="none" strike="noStrike">
                <a:solidFill>
                  <a:schemeClr val="accent6"/>
                </a:solidFill>
                <a:effectLst/>
                <a:uFillTx/>
                <a:latin typeface="Calibri"/>
              </a:rPr>
              <a:t>36</a:t>
            </a:fld>
            <a:endParaRPr lang="en-US" sz="1000" b="0" u="none" strike="noStrike">
              <a:solidFill>
                <a:srgbClr val="000000"/>
              </a:solidFill>
              <a:effectLst/>
              <a:uFillTx/>
              <a:latin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Solo task</a:t>
            </a:r>
          </a:p>
        </p:txBody>
      </p:sp>
      <p:sp>
        <p:nvSpPr>
          <p:cNvPr id="393" name="task 1"/>
          <p:cNvSpPr/>
          <p:nvPr/>
        </p:nvSpPr>
        <p:spPr>
          <a:xfrm>
            <a:off x="548640" y="1280160"/>
            <a:ext cx="8046360" cy="1539000"/>
          </a:xfrm>
          <a:prstGeom prst="roundRect">
            <a:avLst>
              <a:gd name="adj" fmla="val 4752"/>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4" name="task 1 bar"/>
          <p:cNvSpPr/>
          <p:nvPr/>
        </p:nvSpPr>
        <p:spPr>
          <a:xfrm>
            <a:off x="548640" y="1280160"/>
            <a:ext cx="91080" cy="15390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95" name="task 1 circle"/>
          <p:cNvSpPr/>
          <p:nvPr/>
        </p:nvSpPr>
        <p:spPr>
          <a:xfrm>
            <a:off x="868680" y="182124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96" name="task 1 letter"/>
          <p:cNvSpPr/>
          <p:nvPr/>
        </p:nvSpPr>
        <p:spPr>
          <a:xfrm>
            <a:off x="868680" y="182124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chemeClr val="lt1"/>
                </a:solidFill>
                <a:effectLst/>
                <a:uFillTx/>
                <a:latin typeface="Calibri"/>
              </a:rPr>
              <a:t>1</a:t>
            </a:r>
            <a:endParaRPr lang="en-US" sz="2000" b="0" u="none" strike="noStrike">
              <a:solidFill>
                <a:srgbClr val="000000"/>
              </a:solidFill>
              <a:effectLst/>
              <a:uFillTx/>
              <a:latin typeface="Arial"/>
            </a:endParaRPr>
          </a:p>
        </p:txBody>
      </p:sp>
      <p:sp>
        <p:nvSpPr>
          <p:cNvPr id="397" name="Text 5"/>
          <p:cNvSpPr/>
          <p:nvPr/>
        </p:nvSpPr>
        <p:spPr>
          <a:xfrm>
            <a:off x="1554480" y="1371600"/>
            <a:ext cx="6857640" cy="1356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0" u="none" strike="noStrike">
                <a:solidFill>
                  <a:schemeClr val="dk1"/>
                </a:solidFill>
                <a:effectLst/>
                <a:uFillTx/>
                <a:latin typeface="Calibri"/>
              </a:rPr>
              <a:t>Auto-generated API docs: add any tool that documents Flask code, run a command that creates the HTML, upload it, publish it on your site, link it from the index page.</a:t>
            </a:r>
            <a:endParaRPr lang="en-US" sz="2000" b="0" u="none" strike="noStrike">
              <a:solidFill>
                <a:srgbClr val="000000"/>
              </a:solidFill>
              <a:effectLst/>
              <a:uFillTx/>
              <a:latin typeface="Arial"/>
            </a:endParaRPr>
          </a:p>
        </p:txBody>
      </p:sp>
      <p:sp>
        <p:nvSpPr>
          <p:cNvPr id="398" name="PlaceHolder 2"/>
          <p:cNvSpPr>
            <a:spLocks noGrp="1"/>
          </p:cNvSpPr>
          <p:nvPr>
            <p:ph type="sldNum" idx="43"/>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0D91A361-8E82-45E1-8409-18D0010BDF54}" type="slidenum">
              <a:rPr lang="en-US" sz="1000" b="0" u="none" strike="noStrike">
                <a:solidFill>
                  <a:schemeClr val="accent6"/>
                </a:solidFill>
                <a:effectLst/>
                <a:uFillTx/>
                <a:latin typeface="Calibri"/>
              </a:rPr>
              <a:t>37</a:t>
            </a:fld>
            <a:endParaRPr lang="en-US" sz="1000" b="0" u="none" strike="noStrike">
              <a:solidFill>
                <a:srgbClr val="000000"/>
              </a:solidFill>
              <a:effectLst/>
              <a:uFillTx/>
              <a:latin typeface="Times New Roman"/>
            </a:endParaRPr>
          </a:p>
        </p:txBody>
      </p:sp>
      <p:sp>
        <p:nvSpPr>
          <p:cNvPr id="2" name="hint a card">
            <a:extLst>
              <a:ext uri="{FF2B5EF4-FFF2-40B4-BE49-F238E27FC236}">
                <a16:creationId xmlns:a16="http://schemas.microsoft.com/office/drawing/2014/main" id="{88C89CD5-1220-3D18-24A8-257A022CE73C}"/>
              </a:ext>
            </a:extLst>
          </p:cNvPr>
          <p:cNvSpPr/>
          <p:nvPr/>
        </p:nvSpPr>
        <p:spPr>
          <a:xfrm>
            <a:off x="548640" y="1481400"/>
            <a:ext cx="8046360" cy="621360"/>
          </a:xfrm>
          <a:prstGeom prst="roundRect">
            <a:avLst>
              <a:gd name="adj" fmla="val 11765"/>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 name="hint a circle">
            <a:extLst>
              <a:ext uri="{FF2B5EF4-FFF2-40B4-BE49-F238E27FC236}">
                <a16:creationId xmlns:a16="http://schemas.microsoft.com/office/drawing/2014/main" id="{B13D576C-AE14-663D-4913-2E86A493BBA1}"/>
              </a:ext>
            </a:extLst>
          </p:cNvPr>
          <p:cNvSpPr/>
          <p:nvPr/>
        </p:nvSpPr>
        <p:spPr>
          <a:xfrm>
            <a:off x="640080" y="1627560"/>
            <a:ext cx="328680" cy="328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 name="hint a letter">
            <a:extLst>
              <a:ext uri="{FF2B5EF4-FFF2-40B4-BE49-F238E27FC236}">
                <a16:creationId xmlns:a16="http://schemas.microsoft.com/office/drawing/2014/main" id="{A96A3F3C-0F03-1B53-9C8F-640868504D5F}"/>
              </a:ext>
            </a:extLst>
          </p:cNvPr>
          <p:cNvSpPr/>
          <p:nvPr/>
        </p:nvSpPr>
        <p:spPr>
          <a:xfrm>
            <a:off x="640080" y="1627560"/>
            <a:ext cx="328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chemeClr val="lt1"/>
                </a:solidFill>
                <a:effectLst/>
                <a:uFillTx/>
                <a:latin typeface="Calibri"/>
              </a:rPr>
              <a:t>1</a:t>
            </a:r>
            <a:endParaRPr lang="en-US" sz="1200" b="0" u="none" strike="noStrike">
              <a:solidFill>
                <a:srgbClr val="000000"/>
              </a:solidFill>
              <a:effectLst/>
              <a:uFillTx/>
              <a:latin typeface="Arial"/>
            </a:endParaRPr>
          </a:p>
        </p:txBody>
      </p:sp>
      <p:sp>
        <p:nvSpPr>
          <p:cNvPr id="5" name="hint a text">
            <a:extLst>
              <a:ext uri="{FF2B5EF4-FFF2-40B4-BE49-F238E27FC236}">
                <a16:creationId xmlns:a16="http://schemas.microsoft.com/office/drawing/2014/main" id="{08B55948-3B67-1F3F-954E-25C44B491D63}"/>
              </a:ext>
            </a:extLst>
          </p:cNvPr>
          <p:cNvSpPr/>
          <p:nvPr/>
        </p:nvSpPr>
        <p:spPr>
          <a:xfrm>
            <a:off x="1060560" y="1481400"/>
            <a:ext cx="744300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chemeClr val="dk1"/>
                </a:solidFill>
                <a:effectLst/>
                <a:uFillTx/>
                <a:latin typeface="Courier New"/>
                <a:ea typeface="Courier New"/>
              </a:rPr>
              <a:t>pdoc</a:t>
            </a:r>
            <a:r>
              <a:rPr lang="en-US" sz="1600" b="0" u="none" strike="noStrike">
                <a:solidFill>
                  <a:schemeClr val="dk1"/>
                </a:solidFill>
                <a:effectLst/>
                <a:uFillTx/>
                <a:latin typeface="Calibri"/>
                <a:ea typeface="Courier New"/>
              </a:rPr>
              <a:t>: one package, makes a folder of HTML from your code's docstrings.</a:t>
            </a:r>
            <a:endParaRPr lang="en-US" sz="1600" b="0" u="none" strike="noStrike">
              <a:solidFill>
                <a:srgbClr val="000000"/>
              </a:solidFill>
              <a:effectLst/>
              <a:uFillTx/>
              <a:latin typeface="Arial"/>
            </a:endParaRPr>
          </a:p>
        </p:txBody>
      </p:sp>
      <p:sp>
        <p:nvSpPr>
          <p:cNvPr id="6" name="hint b card">
            <a:extLst>
              <a:ext uri="{FF2B5EF4-FFF2-40B4-BE49-F238E27FC236}">
                <a16:creationId xmlns:a16="http://schemas.microsoft.com/office/drawing/2014/main" id="{165C45A4-0415-64B6-9BFC-26894F7B7599}"/>
              </a:ext>
            </a:extLst>
          </p:cNvPr>
          <p:cNvSpPr/>
          <p:nvPr/>
        </p:nvSpPr>
        <p:spPr>
          <a:xfrm>
            <a:off x="548640" y="2176200"/>
            <a:ext cx="8046360" cy="621360"/>
          </a:xfrm>
          <a:prstGeom prst="roundRect">
            <a:avLst>
              <a:gd name="adj" fmla="val 11765"/>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 name="hint b circle">
            <a:extLst>
              <a:ext uri="{FF2B5EF4-FFF2-40B4-BE49-F238E27FC236}">
                <a16:creationId xmlns:a16="http://schemas.microsoft.com/office/drawing/2014/main" id="{BA09B113-5462-F865-B77C-46EF341364C8}"/>
              </a:ext>
            </a:extLst>
          </p:cNvPr>
          <p:cNvSpPr/>
          <p:nvPr/>
        </p:nvSpPr>
        <p:spPr>
          <a:xfrm>
            <a:off x="640080" y="2322720"/>
            <a:ext cx="328680" cy="328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 name="hint b letter">
            <a:extLst>
              <a:ext uri="{FF2B5EF4-FFF2-40B4-BE49-F238E27FC236}">
                <a16:creationId xmlns:a16="http://schemas.microsoft.com/office/drawing/2014/main" id="{1D667D41-48D2-2AE2-9CF1-985A9EA4A54A}"/>
              </a:ext>
            </a:extLst>
          </p:cNvPr>
          <p:cNvSpPr/>
          <p:nvPr/>
        </p:nvSpPr>
        <p:spPr>
          <a:xfrm>
            <a:off x="640080" y="2322720"/>
            <a:ext cx="328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chemeClr val="lt1"/>
                </a:solidFill>
                <a:effectLst/>
                <a:uFillTx/>
                <a:latin typeface="Calibri"/>
              </a:rPr>
              <a:t>2</a:t>
            </a:r>
            <a:endParaRPr lang="en-US" sz="1200" b="0" u="none" strike="noStrike">
              <a:solidFill>
                <a:srgbClr val="000000"/>
              </a:solidFill>
              <a:effectLst/>
              <a:uFillTx/>
              <a:latin typeface="Arial"/>
            </a:endParaRPr>
          </a:p>
        </p:txBody>
      </p:sp>
      <p:sp>
        <p:nvSpPr>
          <p:cNvPr id="9" name="hint b text">
            <a:extLst>
              <a:ext uri="{FF2B5EF4-FFF2-40B4-BE49-F238E27FC236}">
                <a16:creationId xmlns:a16="http://schemas.microsoft.com/office/drawing/2014/main" id="{97AFA0E1-3673-5C6A-7F16-5E6786F5EB21}"/>
              </a:ext>
            </a:extLst>
          </p:cNvPr>
          <p:cNvSpPr/>
          <p:nvPr/>
        </p:nvSpPr>
        <p:spPr>
          <a:xfrm>
            <a:off x="1060560" y="2176200"/>
            <a:ext cx="744300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chemeClr val="dk1"/>
                </a:solidFill>
                <a:effectLst/>
                <a:uFillTx/>
                <a:latin typeface="Courier New"/>
                <a:ea typeface="Courier New"/>
              </a:rPr>
              <a:t>Sphinx</a:t>
            </a:r>
            <a:r>
              <a:rPr lang="en-US" sz="1600" b="0" u="none" strike="noStrike">
                <a:solidFill>
                  <a:schemeClr val="dk1"/>
                </a:solidFill>
                <a:effectLst/>
                <a:uFillTx/>
                <a:latin typeface="Calibri"/>
                <a:ea typeface="Courier New"/>
              </a:rPr>
              <a:t> with autodoc: more setup, the classic choice.</a:t>
            </a:r>
            <a:endParaRPr lang="en-US" sz="1600" b="0" u="none" strike="noStrike">
              <a:solidFill>
                <a:srgbClr val="000000"/>
              </a:solidFill>
              <a:effectLst/>
              <a:uFillTx/>
              <a:latin typeface="Arial"/>
            </a:endParaRPr>
          </a:p>
        </p:txBody>
      </p:sp>
      <p:sp>
        <p:nvSpPr>
          <p:cNvPr id="10" name="hint c card">
            <a:extLst>
              <a:ext uri="{FF2B5EF4-FFF2-40B4-BE49-F238E27FC236}">
                <a16:creationId xmlns:a16="http://schemas.microsoft.com/office/drawing/2014/main" id="{FA0855AA-EFB3-3ABD-2E48-ECAA3114B3E7}"/>
              </a:ext>
            </a:extLst>
          </p:cNvPr>
          <p:cNvSpPr/>
          <p:nvPr/>
        </p:nvSpPr>
        <p:spPr>
          <a:xfrm>
            <a:off x="548640" y="2871360"/>
            <a:ext cx="8046360" cy="621360"/>
          </a:xfrm>
          <a:prstGeom prst="roundRect">
            <a:avLst>
              <a:gd name="adj" fmla="val 11765"/>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 name="hint c circle">
            <a:extLst>
              <a:ext uri="{FF2B5EF4-FFF2-40B4-BE49-F238E27FC236}">
                <a16:creationId xmlns:a16="http://schemas.microsoft.com/office/drawing/2014/main" id="{9167815B-23DD-8D39-D0E8-03E53F34B67F}"/>
              </a:ext>
            </a:extLst>
          </p:cNvPr>
          <p:cNvSpPr/>
          <p:nvPr/>
        </p:nvSpPr>
        <p:spPr>
          <a:xfrm>
            <a:off x="640080" y="3017520"/>
            <a:ext cx="328680" cy="328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 name="hint c letter">
            <a:extLst>
              <a:ext uri="{FF2B5EF4-FFF2-40B4-BE49-F238E27FC236}">
                <a16:creationId xmlns:a16="http://schemas.microsoft.com/office/drawing/2014/main" id="{2922317D-EF31-AAE1-86B2-A2C8F3BFAB6D}"/>
              </a:ext>
            </a:extLst>
          </p:cNvPr>
          <p:cNvSpPr/>
          <p:nvPr/>
        </p:nvSpPr>
        <p:spPr>
          <a:xfrm>
            <a:off x="640080" y="3017520"/>
            <a:ext cx="328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chemeClr val="lt1"/>
                </a:solidFill>
                <a:effectLst/>
                <a:uFillTx/>
                <a:latin typeface="Calibri"/>
              </a:rPr>
              <a:t>3</a:t>
            </a:r>
            <a:endParaRPr lang="en-US" sz="1200" b="0" u="none" strike="noStrike">
              <a:solidFill>
                <a:srgbClr val="000000"/>
              </a:solidFill>
              <a:effectLst/>
              <a:uFillTx/>
              <a:latin typeface="Arial"/>
            </a:endParaRPr>
          </a:p>
        </p:txBody>
      </p:sp>
      <p:sp>
        <p:nvSpPr>
          <p:cNvPr id="13" name="hint c text">
            <a:extLst>
              <a:ext uri="{FF2B5EF4-FFF2-40B4-BE49-F238E27FC236}">
                <a16:creationId xmlns:a16="http://schemas.microsoft.com/office/drawing/2014/main" id="{05224E93-C450-1721-F197-F0EAD31B9E1D}"/>
              </a:ext>
            </a:extLst>
          </p:cNvPr>
          <p:cNvSpPr/>
          <p:nvPr/>
        </p:nvSpPr>
        <p:spPr>
          <a:xfrm>
            <a:off x="1060560" y="2871360"/>
            <a:ext cx="744300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chemeClr val="dk1"/>
                </a:solidFill>
                <a:effectLst/>
                <a:uFillTx/>
                <a:latin typeface="Courier New"/>
                <a:ea typeface="Courier New"/>
              </a:rPr>
              <a:t>MkDocs</a:t>
            </a:r>
            <a:r>
              <a:rPr lang="en-US" sz="1600" b="0" u="none" strike="noStrike">
                <a:solidFill>
                  <a:schemeClr val="dk1"/>
                </a:solidFill>
                <a:effectLst/>
                <a:uFillTx/>
                <a:latin typeface="Calibri"/>
                <a:ea typeface="Courier New"/>
              </a:rPr>
              <a:t> with </a:t>
            </a:r>
            <a:r>
              <a:rPr lang="en-US" sz="1600" b="0" u="none" strike="noStrike">
                <a:solidFill>
                  <a:schemeClr val="dk1"/>
                </a:solidFill>
                <a:effectLst/>
                <a:uFillTx/>
                <a:latin typeface="Courier New"/>
                <a:ea typeface="Courier New"/>
              </a:rPr>
              <a:t>mkdocstrings</a:t>
            </a:r>
            <a:r>
              <a:rPr lang="en-US" sz="1600" b="0" u="none" strike="noStrike">
                <a:solidFill>
                  <a:schemeClr val="dk1"/>
                </a:solidFill>
                <a:effectLst/>
                <a:uFillTx/>
                <a:latin typeface="Calibri"/>
                <a:ea typeface="Courier New"/>
              </a:rPr>
              <a:t>: a Markdown-based site.</a:t>
            </a:r>
            <a:endParaRPr lang="en-US" sz="1600" b="0" u="none" strike="noStrike">
              <a:solidFill>
                <a:srgbClr val="000000"/>
              </a:solidFill>
              <a:effectLst/>
              <a:uFillTx/>
              <a:latin typeface="Arial"/>
            </a:endParaRPr>
          </a:p>
        </p:txBody>
      </p:sp>
      <p:sp>
        <p:nvSpPr>
          <p:cNvPr id="14" name="warning">
            <a:extLst>
              <a:ext uri="{FF2B5EF4-FFF2-40B4-BE49-F238E27FC236}">
                <a16:creationId xmlns:a16="http://schemas.microsoft.com/office/drawing/2014/main" id="{9510150A-B4A6-81DF-DCC5-9D0304795C15}"/>
              </a:ext>
            </a:extLst>
          </p:cNvPr>
          <p:cNvSpPr/>
          <p:nvPr/>
        </p:nvSpPr>
        <p:spPr>
          <a:xfrm>
            <a:off x="548640" y="3584520"/>
            <a:ext cx="8046360" cy="868320"/>
          </a:xfrm>
          <a:prstGeom prst="roundRect">
            <a:avLst>
              <a:gd name="adj" fmla="val 8421"/>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 name="warning bar">
            <a:extLst>
              <a:ext uri="{FF2B5EF4-FFF2-40B4-BE49-F238E27FC236}">
                <a16:creationId xmlns:a16="http://schemas.microsoft.com/office/drawing/2014/main" id="{84258997-8E3A-772E-D10D-BE6A373FE48C}"/>
              </a:ext>
            </a:extLst>
          </p:cNvPr>
          <p:cNvSpPr/>
          <p:nvPr/>
        </p:nvSpPr>
        <p:spPr>
          <a:xfrm>
            <a:off x="548640" y="3584520"/>
            <a:ext cx="91080" cy="868320"/>
          </a:xfrm>
          <a:prstGeom prst="rect">
            <a:avLst/>
          </a:prstGeom>
          <a:solidFill>
            <a:schemeClr val="accent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6" name="Text 16">
            <a:extLst>
              <a:ext uri="{FF2B5EF4-FFF2-40B4-BE49-F238E27FC236}">
                <a16:creationId xmlns:a16="http://schemas.microsoft.com/office/drawing/2014/main" id="{D2069904-4EC5-0702-3B33-EBA929F2D262}"/>
              </a:ext>
            </a:extLst>
          </p:cNvPr>
          <p:cNvSpPr/>
          <p:nvPr/>
        </p:nvSpPr>
        <p:spPr>
          <a:xfrm>
            <a:off x="914400" y="3584520"/>
            <a:ext cx="749772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chemeClr val="dk1"/>
                </a:solidFill>
                <a:effectLst/>
                <a:uFillTx/>
                <a:latin typeface="Calibri"/>
              </a:rPr>
              <a:t>Tools that document HTTP endpoints (for example </a:t>
            </a:r>
            <a:r>
              <a:rPr lang="en-US" sz="1600" b="0" u="none" strike="noStrike">
                <a:solidFill>
                  <a:schemeClr val="dk1"/>
                </a:solidFill>
                <a:effectLst/>
                <a:uFillTx/>
                <a:latin typeface="Courier New"/>
                <a:ea typeface="Courier New"/>
              </a:rPr>
              <a:t>flask-smorest</a:t>
            </a:r>
            <a:r>
              <a:rPr lang="en-US" sz="1600" b="0" u="none" strike="noStrike">
                <a:solidFill>
                  <a:schemeClr val="dk1"/>
                </a:solidFill>
                <a:effectLst/>
                <a:uFillTx/>
                <a:latin typeface="Calibri"/>
                <a:ea typeface="Courier New"/>
              </a:rPr>
              <a:t>, </a:t>
            </a:r>
            <a:r>
              <a:rPr lang="en-US" sz="1600" b="0" u="none" strike="noStrike">
                <a:solidFill>
                  <a:schemeClr val="dk1"/>
                </a:solidFill>
                <a:effectLst/>
                <a:uFillTx/>
                <a:latin typeface="Courier New"/>
                <a:ea typeface="Courier New"/>
              </a:rPr>
              <a:t>flasgger</a:t>
            </a:r>
            <a:r>
              <a:rPr lang="en-US" sz="1600" b="0" u="none" strike="noStrike">
                <a:solidFill>
                  <a:schemeClr val="dk1"/>
                </a:solidFill>
                <a:effectLst/>
                <a:uFillTx/>
                <a:latin typeface="Calibri"/>
                <a:ea typeface="Courier New"/>
              </a:rPr>
              <a:t>, </a:t>
            </a:r>
            <a:r>
              <a:rPr lang="en-US" sz="1600" b="0" u="none" strike="noStrike">
                <a:solidFill>
                  <a:schemeClr val="dk1"/>
                </a:solidFill>
                <a:effectLst/>
                <a:uFillTx/>
                <a:latin typeface="Courier New"/>
                <a:ea typeface="Courier New"/>
              </a:rPr>
              <a:t>apiflask</a:t>
            </a:r>
            <a:r>
              <a:rPr lang="en-US" sz="1600" b="0" u="none" strike="noStrike">
                <a:solidFill>
                  <a:schemeClr val="dk1"/>
                </a:solidFill>
                <a:effectLst/>
                <a:uFillTx/>
                <a:latin typeface="Calibri"/>
                <a:ea typeface="Courier New"/>
              </a:rPr>
              <a:t>) need changes inside </a:t>
            </a:r>
            <a:r>
              <a:rPr lang="en-US" sz="1600" b="0" u="none" strike="noStrike">
                <a:solidFill>
                  <a:schemeClr val="dk1"/>
                </a:solidFill>
                <a:effectLst/>
                <a:uFillTx/>
                <a:latin typeface="Courier New"/>
                <a:ea typeface="Courier New"/>
              </a:rPr>
              <a:t>services/</a:t>
            </a:r>
            <a:r>
              <a:rPr lang="en-US" sz="1600" b="0" u="none" strike="noStrike">
                <a:solidFill>
                  <a:schemeClr val="dk1"/>
                </a:solidFill>
                <a:effectLst/>
                <a:uFillTx/>
                <a:latin typeface="Calibri"/>
                <a:ea typeface="Courier New"/>
              </a:rPr>
              <a:t>. </a:t>
            </a:r>
            <a:endParaRPr lang="en-US" sz="1600" b="0" u="none" strike="noStrike">
              <a:solidFill>
                <a:srgbClr val="000000"/>
              </a:solidFill>
              <a:effectLst/>
              <a:uFillTx/>
              <a:latin typeface="Arial"/>
            </a:endParaRPr>
          </a:p>
        </p:txBody>
      </p:sp>
      <p:sp>
        <p:nvSpPr>
          <p:cNvPr id="17" name="Text 17">
            <a:extLst>
              <a:ext uri="{FF2B5EF4-FFF2-40B4-BE49-F238E27FC236}">
                <a16:creationId xmlns:a16="http://schemas.microsoft.com/office/drawing/2014/main" id="{7B4321E3-4FAD-2E36-6D53-E9F690FAE43B}"/>
              </a:ext>
            </a:extLst>
          </p:cNvPr>
          <p:cNvSpPr/>
          <p:nvPr/>
        </p:nvSpPr>
        <p:spPr>
          <a:xfrm>
            <a:off x="548640" y="4526280"/>
            <a:ext cx="80463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i="1" u="none" strike="noStrike">
                <a:solidFill>
                  <a:schemeClr val="accent6"/>
                </a:solidFill>
                <a:effectLst/>
                <a:uFillTx/>
                <a:latin typeface="Calibri"/>
              </a:rPr>
              <a:t>Read the tool's quick start, try it in your Codespace first.</a:t>
            </a:r>
            <a:endParaRPr lang="en-US" sz="1600" b="0" u="none" strike="noStrike">
              <a:solidFill>
                <a:srgbClr val="000000"/>
              </a:solidFill>
              <a:effectLst/>
              <a:uFillTx/>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Two more tasks: stuck?</a:t>
            </a:r>
          </a:p>
        </p:txBody>
      </p:sp>
      <p:sp>
        <p:nvSpPr>
          <p:cNvPr id="400" name="column 1 head"/>
          <p:cNvSpPr/>
          <p:nvPr/>
        </p:nvSpPr>
        <p:spPr>
          <a:xfrm>
            <a:off x="320040" y="1060560"/>
            <a:ext cx="4205880" cy="347040"/>
          </a:xfrm>
          <a:prstGeom prst="roundRect">
            <a:avLst>
              <a:gd name="adj" fmla="val 21053"/>
            </a:avLst>
          </a:pr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01" name="Text 2"/>
          <p:cNvSpPr/>
          <p:nvPr/>
        </p:nvSpPr>
        <p:spPr>
          <a:xfrm>
            <a:off x="502920" y="1060560"/>
            <a:ext cx="393156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chemeClr val="lt1"/>
                </a:solidFill>
                <a:effectLst/>
                <a:uFillTx/>
                <a:latin typeface="Calibri"/>
              </a:rPr>
              <a:t>1. API docs</a:t>
            </a:r>
            <a:endParaRPr lang="en-US" sz="1600" b="0" u="none" strike="noStrike">
              <a:solidFill>
                <a:srgbClr val="000000"/>
              </a:solidFill>
              <a:effectLst/>
              <a:uFillTx/>
              <a:latin typeface="Arial"/>
            </a:endParaRPr>
          </a:p>
        </p:txBody>
      </p:sp>
      <p:sp>
        <p:nvSpPr>
          <p:cNvPr id="402" name="hint L1 card"/>
          <p:cNvSpPr/>
          <p:nvPr/>
        </p:nvSpPr>
        <p:spPr>
          <a:xfrm>
            <a:off x="320040" y="1481400"/>
            <a:ext cx="4205880" cy="659880"/>
          </a:xfrm>
          <a:prstGeom prst="roundRect">
            <a:avLst>
              <a:gd name="adj" fmla="val 11080"/>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03" name="hint L1 circle"/>
          <p:cNvSpPr/>
          <p:nvPr/>
        </p:nvSpPr>
        <p:spPr>
          <a:xfrm>
            <a:off x="411480" y="1647000"/>
            <a:ext cx="328680" cy="328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04" name="hint L1 letter"/>
          <p:cNvSpPr/>
          <p:nvPr/>
        </p:nvSpPr>
        <p:spPr>
          <a:xfrm>
            <a:off x="411480" y="1647000"/>
            <a:ext cx="328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chemeClr val="lt1"/>
                </a:solidFill>
                <a:effectLst/>
                <a:uFillTx/>
                <a:latin typeface="Calibri"/>
              </a:rPr>
              <a:t>a</a:t>
            </a:r>
            <a:endParaRPr lang="en-US" sz="1200" b="0" u="none" strike="noStrike">
              <a:solidFill>
                <a:srgbClr val="000000"/>
              </a:solidFill>
              <a:effectLst/>
              <a:uFillTx/>
              <a:latin typeface="Arial"/>
            </a:endParaRPr>
          </a:p>
        </p:txBody>
      </p:sp>
      <p:sp>
        <p:nvSpPr>
          <p:cNvPr id="405" name="hint L1 text"/>
          <p:cNvSpPr/>
          <p:nvPr/>
        </p:nvSpPr>
        <p:spPr>
          <a:xfrm>
            <a:off x="831960" y="1481400"/>
            <a:ext cx="3602520" cy="65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0" u="none" strike="noStrike">
                <a:solidFill>
                  <a:schemeClr val="dk1"/>
                </a:solidFill>
                <a:effectLst/>
                <a:uFillTx/>
                <a:latin typeface="Calibri"/>
              </a:rPr>
              <a:t>Try it in your Codespace first: install, run, open the HTML. Do not change </a:t>
            </a:r>
            <a:r>
              <a:rPr lang="en-US" sz="1350" b="0" u="none" strike="noStrike">
                <a:solidFill>
                  <a:schemeClr val="dk1"/>
                </a:solidFill>
                <a:effectLst/>
                <a:uFillTx/>
                <a:latin typeface="Courier New"/>
                <a:ea typeface="Courier New"/>
              </a:rPr>
              <a:t>services/</a:t>
            </a:r>
            <a:r>
              <a:rPr lang="en-US" sz="1350" b="0" u="none" strike="noStrike">
                <a:solidFill>
                  <a:schemeClr val="dk1"/>
                </a:solidFill>
                <a:effectLst/>
                <a:uFillTx/>
                <a:latin typeface="Calibri"/>
                <a:ea typeface="Courier New"/>
              </a:rPr>
              <a:t>.</a:t>
            </a:r>
            <a:endParaRPr lang="en-US" sz="1350" b="0" u="none" strike="noStrike">
              <a:solidFill>
                <a:srgbClr val="000000"/>
              </a:solidFill>
              <a:effectLst/>
              <a:uFillTx/>
              <a:latin typeface="Arial"/>
            </a:endParaRPr>
          </a:p>
        </p:txBody>
      </p:sp>
      <p:sp>
        <p:nvSpPr>
          <p:cNvPr id="406" name="hint L2 card"/>
          <p:cNvSpPr/>
          <p:nvPr/>
        </p:nvSpPr>
        <p:spPr>
          <a:xfrm>
            <a:off x="320040" y="2169000"/>
            <a:ext cx="4205880" cy="659880"/>
          </a:xfrm>
          <a:prstGeom prst="roundRect">
            <a:avLst>
              <a:gd name="adj" fmla="val 11080"/>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07" name="hint L2 circle"/>
          <p:cNvSpPr/>
          <p:nvPr/>
        </p:nvSpPr>
        <p:spPr>
          <a:xfrm>
            <a:off x="411480" y="2334600"/>
            <a:ext cx="328680" cy="328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08" name="hint L2 letter"/>
          <p:cNvSpPr/>
          <p:nvPr/>
        </p:nvSpPr>
        <p:spPr>
          <a:xfrm>
            <a:off x="411480" y="2334600"/>
            <a:ext cx="328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chemeClr val="lt1"/>
                </a:solidFill>
                <a:effectLst/>
                <a:uFillTx/>
                <a:latin typeface="Calibri"/>
              </a:rPr>
              <a:t>b</a:t>
            </a:r>
            <a:endParaRPr lang="en-US" sz="1200" b="0" u="none" strike="noStrike">
              <a:solidFill>
                <a:srgbClr val="000000"/>
              </a:solidFill>
              <a:effectLst/>
              <a:uFillTx/>
              <a:latin typeface="Arial"/>
            </a:endParaRPr>
          </a:p>
        </p:txBody>
      </p:sp>
      <p:sp>
        <p:nvSpPr>
          <p:cNvPr id="409" name="hint L2 text"/>
          <p:cNvSpPr/>
          <p:nvPr/>
        </p:nvSpPr>
        <p:spPr>
          <a:xfrm>
            <a:off x="831960" y="2169000"/>
            <a:ext cx="3602520" cy="65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0" u="none" strike="noStrike">
                <a:solidFill>
                  <a:schemeClr val="dk1"/>
                </a:solidFill>
                <a:effectLst/>
                <a:uFillTx/>
                <a:latin typeface="Calibri"/>
              </a:rPr>
              <a:t>New job: </a:t>
            </a:r>
            <a:r>
              <a:rPr lang="en-US" sz="1350" b="0" u="none" strike="noStrike">
                <a:solidFill>
                  <a:schemeClr val="dk1"/>
                </a:solidFill>
                <a:effectLst/>
                <a:uFillTx/>
                <a:latin typeface="Courier New"/>
                <a:ea typeface="Courier New"/>
              </a:rPr>
              <a:t>checkout</a:t>
            </a:r>
            <a:r>
              <a:rPr lang="en-US" sz="1350" b="0" u="none" strike="noStrike">
                <a:solidFill>
                  <a:schemeClr val="dk1"/>
                </a:solidFill>
                <a:effectLst/>
                <a:uFillTx/>
                <a:latin typeface="Calibri"/>
                <a:ea typeface="Courier New"/>
              </a:rPr>
              <a:t>, </a:t>
            </a:r>
            <a:r>
              <a:rPr lang="en-US" sz="1350" b="0" u="none" strike="noStrike">
                <a:solidFill>
                  <a:schemeClr val="dk1"/>
                </a:solidFill>
                <a:effectLst/>
                <a:uFillTx/>
                <a:latin typeface="Courier New"/>
                <a:ea typeface="Courier New"/>
              </a:rPr>
              <a:t>setup-python</a:t>
            </a:r>
            <a:r>
              <a:rPr lang="en-US" sz="1350" b="0" u="none" strike="noStrike">
                <a:solidFill>
                  <a:schemeClr val="dk1"/>
                </a:solidFill>
                <a:effectLst/>
                <a:uFillTx/>
                <a:latin typeface="Calibri"/>
                <a:ea typeface="Courier New"/>
              </a:rPr>
              <a:t>, </a:t>
            </a:r>
            <a:r>
              <a:rPr lang="en-US" sz="1350" b="0" u="none" strike="noStrike">
                <a:solidFill>
                  <a:schemeClr val="dk1"/>
                </a:solidFill>
                <a:effectLst/>
                <a:uFillTx/>
                <a:latin typeface="Courier New"/>
                <a:ea typeface="Courier New"/>
              </a:rPr>
              <a:t>pip install</a:t>
            </a:r>
            <a:r>
              <a:rPr lang="en-US" sz="1350" b="0" u="none" strike="noStrike">
                <a:solidFill>
                  <a:schemeClr val="dk1"/>
                </a:solidFill>
                <a:effectLst/>
                <a:uFillTx/>
                <a:latin typeface="Calibri"/>
                <a:ea typeface="Courier New"/>
              </a:rPr>
              <a:t> the tool and what your code imports.</a:t>
            </a:r>
            <a:endParaRPr lang="en-US" sz="1350" b="0" u="none" strike="noStrike">
              <a:solidFill>
                <a:srgbClr val="000000"/>
              </a:solidFill>
              <a:effectLst/>
              <a:uFillTx/>
              <a:latin typeface="Arial"/>
            </a:endParaRPr>
          </a:p>
        </p:txBody>
      </p:sp>
      <p:sp>
        <p:nvSpPr>
          <p:cNvPr id="410" name="hint L3 card"/>
          <p:cNvSpPr/>
          <p:nvPr/>
        </p:nvSpPr>
        <p:spPr>
          <a:xfrm>
            <a:off x="320040" y="2856600"/>
            <a:ext cx="4205880" cy="659880"/>
          </a:xfrm>
          <a:prstGeom prst="roundRect">
            <a:avLst>
              <a:gd name="adj" fmla="val 11080"/>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1" name="hint L3 circle"/>
          <p:cNvSpPr/>
          <p:nvPr/>
        </p:nvSpPr>
        <p:spPr>
          <a:xfrm>
            <a:off x="411480" y="3022200"/>
            <a:ext cx="328680" cy="328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12" name="hint L3 letter"/>
          <p:cNvSpPr/>
          <p:nvPr/>
        </p:nvSpPr>
        <p:spPr>
          <a:xfrm>
            <a:off x="411480" y="3022200"/>
            <a:ext cx="328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chemeClr val="lt1"/>
                </a:solidFill>
                <a:effectLst/>
                <a:uFillTx/>
                <a:latin typeface="Calibri"/>
              </a:rPr>
              <a:t>c</a:t>
            </a:r>
            <a:endParaRPr lang="en-US" sz="1200" b="0" u="none" strike="noStrike">
              <a:solidFill>
                <a:srgbClr val="000000"/>
              </a:solidFill>
              <a:effectLst/>
              <a:uFillTx/>
              <a:latin typeface="Arial"/>
            </a:endParaRPr>
          </a:p>
        </p:txBody>
      </p:sp>
      <p:sp>
        <p:nvSpPr>
          <p:cNvPr id="413" name="hint L3 text"/>
          <p:cNvSpPr/>
          <p:nvPr/>
        </p:nvSpPr>
        <p:spPr>
          <a:xfrm>
            <a:off x="831960" y="2856600"/>
            <a:ext cx="3602520" cy="65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0" u="none" strike="noStrike">
                <a:solidFill>
                  <a:schemeClr val="dk1"/>
                </a:solidFill>
                <a:effectLst/>
                <a:uFillTx/>
                <a:latin typeface="Calibri"/>
              </a:rPr>
              <a:t>Run it in the code folder</a:t>
            </a:r>
            <a:endParaRPr lang="en-US" sz="1350" b="0" u="none" strike="noStrike">
              <a:solidFill>
                <a:srgbClr val="000000"/>
              </a:solidFill>
              <a:effectLst/>
              <a:uFillTx/>
              <a:latin typeface="Arial"/>
            </a:endParaRPr>
          </a:p>
          <a:p>
            <a:pPr defTabSz="914400">
              <a:lnSpc>
                <a:spcPct val="100000"/>
              </a:lnSpc>
              <a:tabLst>
                <a:tab pos="0" algn="l"/>
              </a:tabLst>
            </a:pPr>
            <a:r>
              <a:rPr lang="en-US" sz="1350" b="0" u="none" strike="noStrike">
                <a:solidFill>
                  <a:schemeClr val="dk1"/>
                </a:solidFill>
                <a:effectLst/>
                <a:uFillTx/>
                <a:latin typeface="Calibri"/>
              </a:rPr>
              <a:t>(</a:t>
            </a:r>
            <a:r>
              <a:rPr lang="en-US" sz="1350" b="0" u="none" strike="noStrike">
                <a:solidFill>
                  <a:schemeClr val="dk1"/>
                </a:solidFill>
                <a:effectLst/>
                <a:uFillTx/>
                <a:latin typeface="Courier New"/>
                <a:ea typeface="Courier New"/>
              </a:rPr>
              <a:t>working-directory</a:t>
            </a:r>
            <a:r>
              <a:rPr lang="en-US" sz="1350" b="0" u="none" strike="noStrike">
                <a:solidFill>
                  <a:schemeClr val="dk1"/>
                </a:solidFill>
                <a:effectLst/>
                <a:uFillTx/>
                <a:latin typeface="Calibri"/>
                <a:ea typeface="Courier New"/>
              </a:rPr>
              <a:t>). Upload the output folder as an artifact.</a:t>
            </a:r>
            <a:endParaRPr lang="en-US" sz="1350" b="0" u="none" strike="noStrike">
              <a:solidFill>
                <a:srgbClr val="000000"/>
              </a:solidFill>
              <a:effectLst/>
              <a:uFillTx/>
              <a:latin typeface="Arial"/>
            </a:endParaRPr>
          </a:p>
        </p:txBody>
      </p:sp>
      <p:sp>
        <p:nvSpPr>
          <p:cNvPr id="414" name="hint L4 card"/>
          <p:cNvSpPr/>
          <p:nvPr/>
        </p:nvSpPr>
        <p:spPr>
          <a:xfrm>
            <a:off x="320040" y="3544200"/>
            <a:ext cx="4205880" cy="659880"/>
          </a:xfrm>
          <a:prstGeom prst="roundRect">
            <a:avLst>
              <a:gd name="adj" fmla="val 11080"/>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5" name="hint L4 circle"/>
          <p:cNvSpPr/>
          <p:nvPr/>
        </p:nvSpPr>
        <p:spPr>
          <a:xfrm>
            <a:off x="411480" y="3709800"/>
            <a:ext cx="328680" cy="328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16" name="hint L4 letter"/>
          <p:cNvSpPr/>
          <p:nvPr/>
        </p:nvSpPr>
        <p:spPr>
          <a:xfrm>
            <a:off x="411480" y="3709800"/>
            <a:ext cx="328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chemeClr val="lt1"/>
                </a:solidFill>
                <a:effectLst/>
                <a:uFillTx/>
                <a:latin typeface="Calibri"/>
              </a:rPr>
              <a:t>d</a:t>
            </a:r>
            <a:endParaRPr lang="en-US" sz="1200" b="0" u="none" strike="noStrike">
              <a:solidFill>
                <a:srgbClr val="000000"/>
              </a:solidFill>
              <a:effectLst/>
              <a:uFillTx/>
              <a:latin typeface="Arial"/>
            </a:endParaRPr>
          </a:p>
        </p:txBody>
      </p:sp>
      <p:sp>
        <p:nvSpPr>
          <p:cNvPr id="417" name="hint L4 text"/>
          <p:cNvSpPr/>
          <p:nvPr/>
        </p:nvSpPr>
        <p:spPr>
          <a:xfrm>
            <a:off x="831960" y="3544200"/>
            <a:ext cx="3602520" cy="65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0" u="none" strike="noStrike">
                <a:solidFill>
                  <a:schemeClr val="dk1"/>
                </a:solidFill>
                <a:effectLst/>
                <a:uFillTx/>
                <a:latin typeface="Courier New"/>
                <a:ea typeface="Courier New"/>
              </a:rPr>
              <a:t>deploy</a:t>
            </a:r>
            <a:r>
              <a:rPr lang="en-US" sz="1350" b="0" u="none" strike="noStrike">
                <a:solidFill>
                  <a:schemeClr val="dk1"/>
                </a:solidFill>
                <a:effectLst/>
                <a:uFillTx/>
                <a:latin typeface="Calibri"/>
                <a:ea typeface="Courier New"/>
              </a:rPr>
              <a:t> starts empty: download it into a subfolder of </a:t>
            </a:r>
            <a:r>
              <a:rPr lang="en-US" sz="1350" b="0" u="none" strike="noStrike">
                <a:solidFill>
                  <a:schemeClr val="dk1"/>
                </a:solidFill>
                <a:effectLst/>
                <a:uFillTx/>
                <a:latin typeface="Courier New"/>
                <a:ea typeface="Courier New"/>
              </a:rPr>
              <a:t>_site</a:t>
            </a:r>
            <a:r>
              <a:rPr lang="en-US" sz="1350" b="0" u="none" strike="noStrike">
                <a:solidFill>
                  <a:schemeClr val="dk1"/>
                </a:solidFill>
                <a:effectLst/>
                <a:uFillTx/>
                <a:latin typeface="Calibri"/>
                <a:ea typeface="Courier New"/>
              </a:rPr>
              <a:t>; add the new job to </a:t>
            </a:r>
            <a:r>
              <a:rPr lang="en-US" sz="1350" b="0" u="none" strike="noStrike">
                <a:solidFill>
                  <a:schemeClr val="dk1"/>
                </a:solidFill>
                <a:effectLst/>
                <a:uFillTx/>
                <a:latin typeface="Courier New"/>
                <a:ea typeface="Courier New"/>
              </a:rPr>
              <a:t>needs</a:t>
            </a:r>
            <a:r>
              <a:rPr lang="en-US" sz="1350" b="0" u="none" strike="noStrike">
                <a:solidFill>
                  <a:schemeClr val="dk1"/>
                </a:solidFill>
                <a:effectLst/>
                <a:uFillTx/>
                <a:latin typeface="Calibri"/>
                <a:ea typeface="Courier New"/>
              </a:rPr>
              <a:t>.</a:t>
            </a:r>
            <a:endParaRPr lang="en-US" sz="1350" b="0" u="none" strike="noStrike">
              <a:solidFill>
                <a:srgbClr val="000000"/>
              </a:solidFill>
              <a:effectLst/>
              <a:uFillTx/>
              <a:latin typeface="Arial"/>
            </a:endParaRPr>
          </a:p>
        </p:txBody>
      </p:sp>
      <p:sp>
        <p:nvSpPr>
          <p:cNvPr id="418" name="hint L5 card"/>
          <p:cNvSpPr/>
          <p:nvPr/>
        </p:nvSpPr>
        <p:spPr>
          <a:xfrm>
            <a:off x="320040" y="4231800"/>
            <a:ext cx="4205880" cy="659880"/>
          </a:xfrm>
          <a:prstGeom prst="roundRect">
            <a:avLst>
              <a:gd name="adj" fmla="val 11080"/>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9" name="hint L5 circle"/>
          <p:cNvSpPr/>
          <p:nvPr/>
        </p:nvSpPr>
        <p:spPr>
          <a:xfrm>
            <a:off x="411480" y="4397400"/>
            <a:ext cx="328680" cy="328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20" name="hint L5 letter"/>
          <p:cNvSpPr/>
          <p:nvPr/>
        </p:nvSpPr>
        <p:spPr>
          <a:xfrm>
            <a:off x="411480" y="4397400"/>
            <a:ext cx="328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chemeClr val="lt1"/>
                </a:solidFill>
                <a:effectLst/>
                <a:uFillTx/>
                <a:latin typeface="Calibri"/>
              </a:rPr>
              <a:t>e</a:t>
            </a:r>
            <a:endParaRPr lang="en-US" sz="1200" b="0" u="none" strike="noStrike">
              <a:solidFill>
                <a:srgbClr val="000000"/>
              </a:solidFill>
              <a:effectLst/>
              <a:uFillTx/>
              <a:latin typeface="Arial"/>
            </a:endParaRPr>
          </a:p>
        </p:txBody>
      </p:sp>
      <p:sp>
        <p:nvSpPr>
          <p:cNvPr id="421" name="hint L5 text"/>
          <p:cNvSpPr/>
          <p:nvPr/>
        </p:nvSpPr>
        <p:spPr>
          <a:xfrm>
            <a:off x="831960" y="4231800"/>
            <a:ext cx="3602520" cy="65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0" u="none" strike="noStrike">
                <a:solidFill>
                  <a:schemeClr val="dk1"/>
                </a:solidFill>
                <a:effectLst/>
                <a:uFillTx/>
                <a:latin typeface="Calibri"/>
              </a:rPr>
              <a:t>Link its first page from your index: relative, no leading slash. Red? Read the first red log.</a:t>
            </a:r>
            <a:endParaRPr lang="en-US" sz="1350" b="0" u="none" strike="noStrike">
              <a:solidFill>
                <a:srgbClr val="000000"/>
              </a:solidFill>
              <a:effectLst/>
              <a:uFillTx/>
              <a:latin typeface="Arial"/>
            </a:endParaRPr>
          </a:p>
        </p:txBody>
      </p:sp>
      <p:sp>
        <p:nvSpPr>
          <p:cNvPr id="422" name="PlaceHolder 2"/>
          <p:cNvSpPr>
            <a:spLocks noGrp="1"/>
          </p:cNvSpPr>
          <p:nvPr>
            <p:ph type="sldNum" idx="44"/>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CE4299EC-A4E3-4FB8-9555-C8610E05835E}" type="slidenum">
              <a:rPr lang="en-US" sz="1000" b="0" u="none" strike="noStrike">
                <a:solidFill>
                  <a:schemeClr val="accent6"/>
                </a:solidFill>
                <a:effectLst/>
                <a:uFillTx/>
                <a:latin typeface="Calibri"/>
              </a:rPr>
              <a:t>38</a:t>
            </a:fld>
            <a:endParaRPr lang="en-US" sz="1000" b="0" u="none" strike="noStrike">
              <a:solidFill>
                <a:srgbClr val="000000"/>
              </a:solidFill>
              <a:effectLst/>
              <a:uFillTx/>
              <a:latin typeface="Times New Roman"/>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402"/>
                                        </p:tgtEl>
                                        <p:attrNameLst>
                                          <p:attrName>style.visibility</p:attrName>
                                        </p:attrNameLst>
                                      </p:cBhvr>
                                      <p:to>
                                        <p:strVal val="visible"/>
                                      </p:to>
                                    </p:set>
                                  </p:childTnLst>
                                </p:cTn>
                              </p:par>
                              <p:par>
                                <p:cTn id="7" presetID="1" presetClass="entr" fill="hold" nodeType="withEffect">
                                  <p:stCondLst>
                                    <p:cond delay="0"/>
                                  </p:stCondLst>
                                  <p:childTnLst>
                                    <p:set>
                                      <p:cBhvr>
                                        <p:cTn id="8" dur="1" fill="hold">
                                          <p:stCondLst>
                                            <p:cond delay="0"/>
                                          </p:stCondLst>
                                        </p:cTn>
                                        <p:tgtEl>
                                          <p:spTgt spid="403"/>
                                        </p:tgtEl>
                                        <p:attrNameLst>
                                          <p:attrName>style.visibility</p:attrName>
                                        </p:attrNameLst>
                                      </p:cBhvr>
                                      <p:to>
                                        <p:strVal val="visible"/>
                                      </p:to>
                                    </p:set>
                                  </p:childTnLst>
                                </p:cTn>
                              </p:par>
                              <p:par>
                                <p:cTn id="9" presetID="1" presetClass="entr" fill="hold" nodeType="withEffect">
                                  <p:stCondLst>
                                    <p:cond delay="0"/>
                                  </p:stCondLst>
                                  <p:childTnLst>
                                    <p:set>
                                      <p:cBhvr>
                                        <p:cTn id="10" dur="1" fill="hold">
                                          <p:stCondLst>
                                            <p:cond delay="0"/>
                                          </p:stCondLst>
                                        </p:cTn>
                                        <p:tgtEl>
                                          <p:spTgt spid="404"/>
                                        </p:tgtEl>
                                        <p:attrNameLst>
                                          <p:attrName>style.visibility</p:attrName>
                                        </p:attrNameLst>
                                      </p:cBhvr>
                                      <p:to>
                                        <p:strVal val="visible"/>
                                      </p:to>
                                    </p:set>
                                  </p:childTnLst>
                                </p:cTn>
                              </p:par>
                              <p:par>
                                <p:cTn id="11" presetID="1" presetClass="entr" fill="hold" nodeType="withEffect">
                                  <p:stCondLst>
                                    <p:cond delay="0"/>
                                  </p:stCondLst>
                                  <p:childTnLst>
                                    <p:set>
                                      <p:cBhvr>
                                        <p:cTn id="12" dur="1" fill="hold">
                                          <p:stCondLst>
                                            <p:cond delay="0"/>
                                          </p:stCondLst>
                                        </p:cTn>
                                        <p:tgtEl>
                                          <p:spTgt spid="40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fill="hold" nodeType="clickEffect">
                                  <p:stCondLst>
                                    <p:cond delay="0"/>
                                  </p:stCondLst>
                                  <p:childTnLst>
                                    <p:set>
                                      <p:cBhvr>
                                        <p:cTn id="16" dur="1" fill="hold">
                                          <p:stCondLst>
                                            <p:cond delay="0"/>
                                          </p:stCondLst>
                                        </p:cTn>
                                        <p:tgtEl>
                                          <p:spTgt spid="406"/>
                                        </p:tgtEl>
                                        <p:attrNameLst>
                                          <p:attrName>style.visibility</p:attrName>
                                        </p:attrNameLst>
                                      </p:cBhvr>
                                      <p:to>
                                        <p:strVal val="visible"/>
                                      </p:to>
                                    </p:set>
                                  </p:childTnLst>
                                </p:cTn>
                              </p:par>
                              <p:par>
                                <p:cTn id="17" presetID="1" presetClass="entr" fill="hold" nodeType="withEffect">
                                  <p:stCondLst>
                                    <p:cond delay="0"/>
                                  </p:stCondLst>
                                  <p:childTnLst>
                                    <p:set>
                                      <p:cBhvr>
                                        <p:cTn id="18" dur="1" fill="hold">
                                          <p:stCondLst>
                                            <p:cond delay="0"/>
                                          </p:stCondLst>
                                        </p:cTn>
                                        <p:tgtEl>
                                          <p:spTgt spid="407"/>
                                        </p:tgtEl>
                                        <p:attrNameLst>
                                          <p:attrName>style.visibility</p:attrName>
                                        </p:attrNameLst>
                                      </p:cBhvr>
                                      <p:to>
                                        <p:strVal val="visible"/>
                                      </p:to>
                                    </p:set>
                                  </p:childTnLst>
                                </p:cTn>
                              </p:par>
                              <p:par>
                                <p:cTn id="19" presetID="1" presetClass="entr" fill="hold" nodeType="withEffect">
                                  <p:stCondLst>
                                    <p:cond delay="0"/>
                                  </p:stCondLst>
                                  <p:childTnLst>
                                    <p:set>
                                      <p:cBhvr>
                                        <p:cTn id="20" dur="1" fill="hold">
                                          <p:stCondLst>
                                            <p:cond delay="0"/>
                                          </p:stCondLst>
                                        </p:cTn>
                                        <p:tgtEl>
                                          <p:spTgt spid="408"/>
                                        </p:tgtEl>
                                        <p:attrNameLst>
                                          <p:attrName>style.visibility</p:attrName>
                                        </p:attrNameLst>
                                      </p:cBhvr>
                                      <p:to>
                                        <p:strVal val="visible"/>
                                      </p:to>
                                    </p:set>
                                  </p:childTnLst>
                                </p:cTn>
                              </p:par>
                              <p:par>
                                <p:cTn id="21" presetID="1" presetClass="entr" fill="hold" nodeType="withEffect">
                                  <p:stCondLst>
                                    <p:cond delay="0"/>
                                  </p:stCondLst>
                                  <p:childTnLst>
                                    <p:set>
                                      <p:cBhvr>
                                        <p:cTn id="22" dur="1" fill="hold">
                                          <p:stCondLst>
                                            <p:cond delay="0"/>
                                          </p:stCondLst>
                                        </p:cTn>
                                        <p:tgtEl>
                                          <p:spTgt spid="40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p:cTn id="26" dur="1" fill="hold">
                                          <p:stCondLst>
                                            <p:cond delay="0"/>
                                          </p:stCondLst>
                                        </p:cTn>
                                        <p:tgtEl>
                                          <p:spTgt spid="410"/>
                                        </p:tgtEl>
                                        <p:attrNameLst>
                                          <p:attrName>style.visibility</p:attrName>
                                        </p:attrNameLst>
                                      </p:cBhvr>
                                      <p:to>
                                        <p:strVal val="visible"/>
                                      </p:to>
                                    </p:set>
                                  </p:childTnLst>
                                </p:cTn>
                              </p:par>
                              <p:par>
                                <p:cTn id="27" presetID="1" presetClass="entr" fill="hold" nodeType="withEffect">
                                  <p:stCondLst>
                                    <p:cond delay="0"/>
                                  </p:stCondLst>
                                  <p:childTnLst>
                                    <p:set>
                                      <p:cBhvr>
                                        <p:cTn id="28" dur="1" fill="hold">
                                          <p:stCondLst>
                                            <p:cond delay="0"/>
                                          </p:stCondLst>
                                        </p:cTn>
                                        <p:tgtEl>
                                          <p:spTgt spid="422"/>
                                        </p:tgtEl>
                                        <p:attrNameLst>
                                          <p:attrName>style.visibility</p:attrName>
                                        </p:attrNameLst>
                                      </p:cBhvr>
                                      <p:to>
                                        <p:strVal val="visible"/>
                                      </p:to>
                                    </p:set>
                                  </p:childTnLst>
                                </p:cTn>
                              </p:par>
                              <p:par>
                                <p:cTn id="29" presetID="1" presetClass="entr" fill="hold" nodeType="withEffect">
                                  <p:stCondLst>
                                    <p:cond delay="0"/>
                                  </p:stCondLst>
                                  <p:childTnLst>
                                    <p:set>
                                      <p:cBhvr>
                                        <p:cTn id="30" dur="1" fill="hold">
                                          <p:stCondLst>
                                            <p:cond delay="0"/>
                                          </p:stCondLst>
                                        </p:cTn>
                                        <p:tgtEl>
                                          <p:spTgt spid="412"/>
                                        </p:tgtEl>
                                        <p:attrNameLst>
                                          <p:attrName>style.visibility</p:attrName>
                                        </p:attrNameLst>
                                      </p:cBhvr>
                                      <p:to>
                                        <p:strVal val="visible"/>
                                      </p:to>
                                    </p:set>
                                  </p:childTnLst>
                                </p:cTn>
                              </p:par>
                              <p:par>
                                <p:cTn id="31" presetID="1" presetClass="entr" fill="hold" nodeType="withEffect">
                                  <p:stCondLst>
                                    <p:cond delay="0"/>
                                  </p:stCondLst>
                                  <p:childTnLst>
                                    <p:set>
                                      <p:cBhvr>
                                        <p:cTn id="32" dur="1" fill="hold">
                                          <p:stCondLst>
                                            <p:cond delay="0"/>
                                          </p:stCondLst>
                                        </p:cTn>
                                        <p:tgtEl>
                                          <p:spTgt spid="4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fill="hold" nodeType="clickEffect">
                                  <p:stCondLst>
                                    <p:cond delay="0"/>
                                  </p:stCondLst>
                                  <p:childTnLst>
                                    <p:set>
                                      <p:cBhvr>
                                        <p:cTn id="36" dur="1" fill="hold">
                                          <p:stCondLst>
                                            <p:cond delay="0"/>
                                          </p:stCondLst>
                                        </p:cTn>
                                        <p:tgtEl>
                                          <p:spTgt spid="414"/>
                                        </p:tgtEl>
                                        <p:attrNameLst>
                                          <p:attrName>style.visibility</p:attrName>
                                        </p:attrNameLst>
                                      </p:cBhvr>
                                      <p:to>
                                        <p:strVal val="visible"/>
                                      </p:to>
                                    </p:set>
                                  </p:childTnLst>
                                </p:cTn>
                              </p:par>
                              <p:par>
                                <p:cTn id="37" presetID="1" presetClass="entr" fill="hold" nodeType="withEffect">
                                  <p:stCondLst>
                                    <p:cond delay="0"/>
                                  </p:stCondLst>
                                  <p:childTnLst>
                                    <p:set>
                                      <p:cBhvr>
                                        <p:cTn id="38" dur="1" fill="hold">
                                          <p:stCondLst>
                                            <p:cond delay="0"/>
                                          </p:stCondLst>
                                        </p:cTn>
                                        <p:tgtEl>
                                          <p:spTgt spid="415"/>
                                        </p:tgtEl>
                                        <p:attrNameLst>
                                          <p:attrName>style.visibility</p:attrName>
                                        </p:attrNameLst>
                                      </p:cBhvr>
                                      <p:to>
                                        <p:strVal val="visible"/>
                                      </p:to>
                                    </p:set>
                                  </p:childTnLst>
                                </p:cTn>
                              </p:par>
                              <p:par>
                                <p:cTn id="39" presetID="1" presetClass="entr" fill="hold" nodeType="withEffect">
                                  <p:stCondLst>
                                    <p:cond delay="0"/>
                                  </p:stCondLst>
                                  <p:childTnLst>
                                    <p:set>
                                      <p:cBhvr>
                                        <p:cTn id="40" dur="1" fill="hold">
                                          <p:stCondLst>
                                            <p:cond delay="0"/>
                                          </p:stCondLst>
                                        </p:cTn>
                                        <p:tgtEl>
                                          <p:spTgt spid="416"/>
                                        </p:tgtEl>
                                        <p:attrNameLst>
                                          <p:attrName>style.visibility</p:attrName>
                                        </p:attrNameLst>
                                      </p:cBhvr>
                                      <p:to>
                                        <p:strVal val="visible"/>
                                      </p:to>
                                    </p:set>
                                  </p:childTnLst>
                                </p:cTn>
                              </p:par>
                              <p:par>
                                <p:cTn id="41" presetID="1" presetClass="entr" fill="hold" nodeType="withEffect">
                                  <p:stCondLst>
                                    <p:cond delay="0"/>
                                  </p:stCondLst>
                                  <p:childTnLst>
                                    <p:set>
                                      <p:cBhvr>
                                        <p:cTn id="42" dur="1" fill="hold">
                                          <p:stCondLst>
                                            <p:cond delay="0"/>
                                          </p:stCondLst>
                                        </p:cTn>
                                        <p:tgtEl>
                                          <p:spTgt spid="4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fill="hold" nodeType="clickEffect">
                                  <p:stCondLst>
                                    <p:cond delay="0"/>
                                  </p:stCondLst>
                                  <p:childTnLst>
                                    <p:set>
                                      <p:cBhvr>
                                        <p:cTn id="46" dur="1" fill="hold">
                                          <p:stCondLst>
                                            <p:cond delay="0"/>
                                          </p:stCondLst>
                                        </p:cTn>
                                        <p:tgtEl>
                                          <p:spTgt spid="418"/>
                                        </p:tgtEl>
                                        <p:attrNameLst>
                                          <p:attrName>style.visibility</p:attrName>
                                        </p:attrNameLst>
                                      </p:cBhvr>
                                      <p:to>
                                        <p:strVal val="visible"/>
                                      </p:to>
                                    </p:set>
                                  </p:childTnLst>
                                </p:cTn>
                              </p:par>
                              <p:par>
                                <p:cTn id="47" presetID="1" presetClass="entr" fill="hold" nodeType="withEffect">
                                  <p:stCondLst>
                                    <p:cond delay="0"/>
                                  </p:stCondLst>
                                  <p:childTnLst>
                                    <p:set>
                                      <p:cBhvr>
                                        <p:cTn id="48" dur="1" fill="hold">
                                          <p:stCondLst>
                                            <p:cond delay="0"/>
                                          </p:stCondLst>
                                        </p:cTn>
                                        <p:tgtEl>
                                          <p:spTgt spid="419"/>
                                        </p:tgtEl>
                                        <p:attrNameLst>
                                          <p:attrName>style.visibility</p:attrName>
                                        </p:attrNameLst>
                                      </p:cBhvr>
                                      <p:to>
                                        <p:strVal val="visible"/>
                                      </p:to>
                                    </p:set>
                                  </p:childTnLst>
                                </p:cTn>
                              </p:par>
                              <p:par>
                                <p:cTn id="49" presetID="1" presetClass="entr" fill="hold" nodeType="withEffect">
                                  <p:stCondLst>
                                    <p:cond delay="0"/>
                                  </p:stCondLst>
                                  <p:childTnLst>
                                    <p:set>
                                      <p:cBhvr>
                                        <p:cTn id="50" dur="1" fill="hold">
                                          <p:stCondLst>
                                            <p:cond delay="0"/>
                                          </p:stCondLst>
                                        </p:cTn>
                                        <p:tgtEl>
                                          <p:spTgt spid="420"/>
                                        </p:tgtEl>
                                        <p:attrNameLst>
                                          <p:attrName>style.visibility</p:attrName>
                                        </p:attrNameLst>
                                      </p:cBhvr>
                                      <p:to>
                                        <p:strVal val="visible"/>
                                      </p:to>
                                    </p:set>
                                  </p:childTnLst>
                                </p:cTn>
                              </p:par>
                              <p:par>
                                <p:cTn id="51" presetID="1" presetClass="entr" fill="hold" nodeType="withEffect">
                                  <p:stCondLst>
                                    <p:cond delay="0"/>
                                  </p:stCondLst>
                                  <p:childTnLst>
                                    <p:set>
                                      <p:cBhvr>
                                        <p:cTn id="52" dur="1" fill="hold">
                                          <p:stCondLst>
                                            <p:cond delay="0"/>
                                          </p:stCondLst>
                                        </p:cTn>
                                        <p:tgtEl>
                                          <p:spTgt spid="4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Two more tasks: tips</a:t>
            </a:r>
          </a:p>
        </p:txBody>
      </p:sp>
      <p:sp>
        <p:nvSpPr>
          <p:cNvPr id="424" name="Text 1"/>
          <p:cNvSpPr/>
          <p:nvPr/>
        </p:nvSpPr>
        <p:spPr>
          <a:xfrm>
            <a:off x="548640" y="1060560"/>
            <a:ext cx="80463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chemeClr val="dk1"/>
                </a:solidFill>
                <a:effectLst/>
                <a:uFillTx/>
                <a:latin typeface="Calibri"/>
              </a:rPr>
              <a:t>Easy ways to generate API docs for Flask code:</a:t>
            </a:r>
            <a:endParaRPr lang="en-US" sz="1600" b="0" u="none" strike="noStrike">
              <a:solidFill>
                <a:srgbClr val="000000"/>
              </a:solidFill>
              <a:effectLst/>
              <a:uFillTx/>
              <a:latin typeface="Arial"/>
            </a:endParaRPr>
          </a:p>
        </p:txBody>
      </p:sp>
      <p:sp>
        <p:nvSpPr>
          <p:cNvPr id="425" name="hint a card"/>
          <p:cNvSpPr/>
          <p:nvPr/>
        </p:nvSpPr>
        <p:spPr>
          <a:xfrm>
            <a:off x="548640" y="1481400"/>
            <a:ext cx="8046360" cy="621360"/>
          </a:xfrm>
          <a:prstGeom prst="roundRect">
            <a:avLst>
              <a:gd name="adj" fmla="val 11765"/>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26" name="hint a circle"/>
          <p:cNvSpPr/>
          <p:nvPr/>
        </p:nvSpPr>
        <p:spPr>
          <a:xfrm>
            <a:off x="640080" y="1627560"/>
            <a:ext cx="328680" cy="328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27" name="hint a letter"/>
          <p:cNvSpPr/>
          <p:nvPr/>
        </p:nvSpPr>
        <p:spPr>
          <a:xfrm>
            <a:off x="640080" y="1627560"/>
            <a:ext cx="328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chemeClr val="lt1"/>
                </a:solidFill>
                <a:effectLst/>
                <a:uFillTx/>
                <a:latin typeface="Calibri"/>
              </a:rPr>
              <a:t>1</a:t>
            </a:r>
            <a:endParaRPr lang="en-US" sz="1200" b="0" u="none" strike="noStrike">
              <a:solidFill>
                <a:srgbClr val="000000"/>
              </a:solidFill>
              <a:effectLst/>
              <a:uFillTx/>
              <a:latin typeface="Arial"/>
            </a:endParaRPr>
          </a:p>
        </p:txBody>
      </p:sp>
      <p:sp>
        <p:nvSpPr>
          <p:cNvPr id="428" name="hint a text"/>
          <p:cNvSpPr/>
          <p:nvPr/>
        </p:nvSpPr>
        <p:spPr>
          <a:xfrm>
            <a:off x="1060560" y="1481400"/>
            <a:ext cx="744300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chemeClr val="dk1"/>
                </a:solidFill>
                <a:effectLst/>
                <a:uFillTx/>
                <a:latin typeface="Courier New"/>
                <a:ea typeface="Courier New"/>
              </a:rPr>
              <a:t>pdoc</a:t>
            </a:r>
            <a:r>
              <a:rPr lang="en-US" sz="1600" b="0" u="none" strike="noStrike">
                <a:solidFill>
                  <a:schemeClr val="dk1"/>
                </a:solidFill>
                <a:effectLst/>
                <a:uFillTx/>
                <a:latin typeface="Calibri"/>
                <a:ea typeface="Courier New"/>
              </a:rPr>
              <a:t>: one package, makes a folder of HTML from your code's docstrings.</a:t>
            </a:r>
            <a:endParaRPr lang="en-US" sz="1600" b="0" u="none" strike="noStrike">
              <a:solidFill>
                <a:srgbClr val="000000"/>
              </a:solidFill>
              <a:effectLst/>
              <a:uFillTx/>
              <a:latin typeface="Arial"/>
            </a:endParaRPr>
          </a:p>
        </p:txBody>
      </p:sp>
      <p:sp>
        <p:nvSpPr>
          <p:cNvPr id="429" name="hint b card"/>
          <p:cNvSpPr/>
          <p:nvPr/>
        </p:nvSpPr>
        <p:spPr>
          <a:xfrm>
            <a:off x="548640" y="2176200"/>
            <a:ext cx="8046360" cy="621360"/>
          </a:xfrm>
          <a:prstGeom prst="roundRect">
            <a:avLst>
              <a:gd name="adj" fmla="val 11765"/>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0" name="hint b circle"/>
          <p:cNvSpPr/>
          <p:nvPr/>
        </p:nvSpPr>
        <p:spPr>
          <a:xfrm>
            <a:off x="640080" y="2322720"/>
            <a:ext cx="328680" cy="328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31" name="hint b letter"/>
          <p:cNvSpPr/>
          <p:nvPr/>
        </p:nvSpPr>
        <p:spPr>
          <a:xfrm>
            <a:off x="640080" y="2322720"/>
            <a:ext cx="328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chemeClr val="lt1"/>
                </a:solidFill>
                <a:effectLst/>
                <a:uFillTx/>
                <a:latin typeface="Calibri"/>
              </a:rPr>
              <a:t>2</a:t>
            </a:r>
            <a:endParaRPr lang="en-US" sz="1200" b="0" u="none" strike="noStrike">
              <a:solidFill>
                <a:srgbClr val="000000"/>
              </a:solidFill>
              <a:effectLst/>
              <a:uFillTx/>
              <a:latin typeface="Arial"/>
            </a:endParaRPr>
          </a:p>
        </p:txBody>
      </p:sp>
      <p:sp>
        <p:nvSpPr>
          <p:cNvPr id="432" name="hint b text"/>
          <p:cNvSpPr/>
          <p:nvPr/>
        </p:nvSpPr>
        <p:spPr>
          <a:xfrm>
            <a:off x="1060560" y="2176200"/>
            <a:ext cx="744300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chemeClr val="dk1"/>
                </a:solidFill>
                <a:effectLst/>
                <a:uFillTx/>
                <a:latin typeface="Courier New"/>
                <a:ea typeface="Courier New"/>
              </a:rPr>
              <a:t>Sphinx</a:t>
            </a:r>
            <a:r>
              <a:rPr lang="en-US" sz="1600" b="0" u="none" strike="noStrike">
                <a:solidFill>
                  <a:schemeClr val="dk1"/>
                </a:solidFill>
                <a:effectLst/>
                <a:uFillTx/>
                <a:latin typeface="Calibri"/>
                <a:ea typeface="Courier New"/>
              </a:rPr>
              <a:t> with autodoc: more setup, the classic choice.</a:t>
            </a:r>
            <a:endParaRPr lang="en-US" sz="1600" b="0" u="none" strike="noStrike">
              <a:solidFill>
                <a:srgbClr val="000000"/>
              </a:solidFill>
              <a:effectLst/>
              <a:uFillTx/>
              <a:latin typeface="Arial"/>
            </a:endParaRPr>
          </a:p>
        </p:txBody>
      </p:sp>
      <p:sp>
        <p:nvSpPr>
          <p:cNvPr id="433" name="hint c card"/>
          <p:cNvSpPr/>
          <p:nvPr/>
        </p:nvSpPr>
        <p:spPr>
          <a:xfrm>
            <a:off x="548640" y="2871360"/>
            <a:ext cx="8046360" cy="621360"/>
          </a:xfrm>
          <a:prstGeom prst="roundRect">
            <a:avLst>
              <a:gd name="adj" fmla="val 11765"/>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4" name="hint c circle"/>
          <p:cNvSpPr/>
          <p:nvPr/>
        </p:nvSpPr>
        <p:spPr>
          <a:xfrm>
            <a:off x="640080" y="3017520"/>
            <a:ext cx="328680" cy="328680"/>
          </a:xfrm>
          <a:prstGeom prst="ellipse">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35" name="hint c letter"/>
          <p:cNvSpPr/>
          <p:nvPr/>
        </p:nvSpPr>
        <p:spPr>
          <a:xfrm>
            <a:off x="640080" y="3017520"/>
            <a:ext cx="328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chemeClr val="lt1"/>
                </a:solidFill>
                <a:effectLst/>
                <a:uFillTx/>
                <a:latin typeface="Calibri"/>
              </a:rPr>
              <a:t>3</a:t>
            </a:r>
            <a:endParaRPr lang="en-US" sz="1200" b="0" u="none" strike="noStrike">
              <a:solidFill>
                <a:srgbClr val="000000"/>
              </a:solidFill>
              <a:effectLst/>
              <a:uFillTx/>
              <a:latin typeface="Arial"/>
            </a:endParaRPr>
          </a:p>
        </p:txBody>
      </p:sp>
      <p:sp>
        <p:nvSpPr>
          <p:cNvPr id="436" name="hint c text"/>
          <p:cNvSpPr/>
          <p:nvPr/>
        </p:nvSpPr>
        <p:spPr>
          <a:xfrm>
            <a:off x="1060560" y="2871360"/>
            <a:ext cx="7443000" cy="62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chemeClr val="dk1"/>
                </a:solidFill>
                <a:effectLst/>
                <a:uFillTx/>
                <a:latin typeface="Courier New"/>
                <a:ea typeface="Courier New"/>
              </a:rPr>
              <a:t>MkDocs</a:t>
            </a:r>
            <a:r>
              <a:rPr lang="en-US" sz="1600" b="0" u="none" strike="noStrike">
                <a:solidFill>
                  <a:schemeClr val="dk1"/>
                </a:solidFill>
                <a:effectLst/>
                <a:uFillTx/>
                <a:latin typeface="Calibri"/>
                <a:ea typeface="Courier New"/>
              </a:rPr>
              <a:t> with </a:t>
            </a:r>
            <a:r>
              <a:rPr lang="en-US" sz="1600" b="0" u="none" strike="noStrike">
                <a:solidFill>
                  <a:schemeClr val="dk1"/>
                </a:solidFill>
                <a:effectLst/>
                <a:uFillTx/>
                <a:latin typeface="Courier New"/>
                <a:ea typeface="Courier New"/>
              </a:rPr>
              <a:t>mkdocstrings</a:t>
            </a:r>
            <a:r>
              <a:rPr lang="en-US" sz="1600" b="0" u="none" strike="noStrike">
                <a:solidFill>
                  <a:schemeClr val="dk1"/>
                </a:solidFill>
                <a:effectLst/>
                <a:uFillTx/>
                <a:latin typeface="Calibri"/>
                <a:ea typeface="Courier New"/>
              </a:rPr>
              <a:t>: a Markdown-based site.</a:t>
            </a:r>
            <a:endParaRPr lang="en-US" sz="1600" b="0" u="none" strike="noStrike">
              <a:solidFill>
                <a:srgbClr val="000000"/>
              </a:solidFill>
              <a:effectLst/>
              <a:uFillTx/>
              <a:latin typeface="Arial"/>
            </a:endParaRPr>
          </a:p>
        </p:txBody>
      </p:sp>
      <p:sp>
        <p:nvSpPr>
          <p:cNvPr id="437" name="warning"/>
          <p:cNvSpPr/>
          <p:nvPr/>
        </p:nvSpPr>
        <p:spPr>
          <a:xfrm>
            <a:off x="548640" y="3584520"/>
            <a:ext cx="8046360" cy="868320"/>
          </a:xfrm>
          <a:prstGeom prst="roundRect">
            <a:avLst>
              <a:gd name="adj" fmla="val 8421"/>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8" name="warning bar"/>
          <p:cNvSpPr/>
          <p:nvPr/>
        </p:nvSpPr>
        <p:spPr>
          <a:xfrm>
            <a:off x="548640" y="3584520"/>
            <a:ext cx="91080" cy="868320"/>
          </a:xfrm>
          <a:prstGeom prst="rect">
            <a:avLst/>
          </a:prstGeom>
          <a:solidFill>
            <a:schemeClr val="accent3"/>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39" name="Text 16"/>
          <p:cNvSpPr/>
          <p:nvPr/>
        </p:nvSpPr>
        <p:spPr>
          <a:xfrm>
            <a:off x="914400" y="3584520"/>
            <a:ext cx="7497720" cy="86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chemeClr val="dk1"/>
                </a:solidFill>
                <a:effectLst/>
                <a:uFillTx/>
                <a:latin typeface="Calibri"/>
              </a:rPr>
              <a:t>Tools that document HTTP endpoints (for example </a:t>
            </a:r>
            <a:r>
              <a:rPr lang="en-US" sz="1600" b="0" u="none" strike="noStrike">
                <a:solidFill>
                  <a:schemeClr val="dk1"/>
                </a:solidFill>
                <a:effectLst/>
                <a:uFillTx/>
                <a:latin typeface="Courier New"/>
                <a:ea typeface="Courier New"/>
              </a:rPr>
              <a:t>flask-smorest</a:t>
            </a:r>
            <a:r>
              <a:rPr lang="en-US" sz="1600" b="0" u="none" strike="noStrike">
                <a:solidFill>
                  <a:schemeClr val="dk1"/>
                </a:solidFill>
                <a:effectLst/>
                <a:uFillTx/>
                <a:latin typeface="Calibri"/>
                <a:ea typeface="Courier New"/>
              </a:rPr>
              <a:t>, </a:t>
            </a:r>
            <a:r>
              <a:rPr lang="en-US" sz="1600" b="0" u="none" strike="noStrike">
                <a:solidFill>
                  <a:schemeClr val="dk1"/>
                </a:solidFill>
                <a:effectLst/>
                <a:uFillTx/>
                <a:latin typeface="Courier New"/>
                <a:ea typeface="Courier New"/>
              </a:rPr>
              <a:t>flasgger</a:t>
            </a:r>
            <a:r>
              <a:rPr lang="en-US" sz="1600" b="0" u="none" strike="noStrike">
                <a:solidFill>
                  <a:schemeClr val="dk1"/>
                </a:solidFill>
                <a:effectLst/>
                <a:uFillTx/>
                <a:latin typeface="Calibri"/>
                <a:ea typeface="Courier New"/>
              </a:rPr>
              <a:t>, </a:t>
            </a:r>
            <a:r>
              <a:rPr lang="en-US" sz="1600" b="0" u="none" strike="noStrike">
                <a:solidFill>
                  <a:schemeClr val="dk1"/>
                </a:solidFill>
                <a:effectLst/>
                <a:uFillTx/>
                <a:latin typeface="Courier New"/>
                <a:ea typeface="Courier New"/>
              </a:rPr>
              <a:t>apiflask</a:t>
            </a:r>
            <a:r>
              <a:rPr lang="en-US" sz="1600" b="0" u="none" strike="noStrike">
                <a:solidFill>
                  <a:schemeClr val="dk1"/>
                </a:solidFill>
                <a:effectLst/>
                <a:uFillTx/>
                <a:latin typeface="Calibri"/>
                <a:ea typeface="Courier New"/>
              </a:rPr>
              <a:t>) need changes inside </a:t>
            </a:r>
            <a:r>
              <a:rPr lang="en-US" sz="1600" b="0" u="none" strike="noStrike">
                <a:solidFill>
                  <a:schemeClr val="dk1"/>
                </a:solidFill>
                <a:effectLst/>
                <a:uFillTx/>
                <a:latin typeface="Courier New"/>
                <a:ea typeface="Courier New"/>
              </a:rPr>
              <a:t>services/</a:t>
            </a:r>
            <a:r>
              <a:rPr lang="en-US" sz="1600" b="0" u="none" strike="noStrike">
                <a:solidFill>
                  <a:schemeClr val="dk1"/>
                </a:solidFill>
                <a:effectLst/>
                <a:uFillTx/>
                <a:latin typeface="Calibri"/>
                <a:ea typeface="Courier New"/>
              </a:rPr>
              <a:t>. </a:t>
            </a:r>
            <a:endParaRPr lang="en-US" sz="1600" b="0" u="none" strike="noStrike">
              <a:solidFill>
                <a:srgbClr val="000000"/>
              </a:solidFill>
              <a:effectLst/>
              <a:uFillTx/>
              <a:latin typeface="Arial"/>
            </a:endParaRPr>
          </a:p>
        </p:txBody>
      </p:sp>
      <p:sp>
        <p:nvSpPr>
          <p:cNvPr id="440" name="Text 17"/>
          <p:cNvSpPr/>
          <p:nvPr/>
        </p:nvSpPr>
        <p:spPr>
          <a:xfrm>
            <a:off x="548640" y="4526280"/>
            <a:ext cx="80463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i="1" u="none" strike="noStrike">
                <a:solidFill>
                  <a:schemeClr val="accent6"/>
                </a:solidFill>
                <a:effectLst/>
                <a:uFillTx/>
                <a:latin typeface="Calibri"/>
              </a:rPr>
              <a:t>Read the tool's quick start, try it in your Codespace first.</a:t>
            </a:r>
            <a:endParaRPr lang="en-US" sz="1600" b="0" u="none" strike="noStrike">
              <a:solidFill>
                <a:srgbClr val="000000"/>
              </a:solidFill>
              <a:effectLst/>
              <a:uFillTx/>
              <a:latin typeface="Arial"/>
            </a:endParaRPr>
          </a:p>
        </p:txBody>
      </p:sp>
      <p:sp>
        <p:nvSpPr>
          <p:cNvPr id="441" name="PlaceHolder 2"/>
          <p:cNvSpPr>
            <a:spLocks noGrp="1"/>
          </p:cNvSpPr>
          <p:nvPr>
            <p:ph type="sldNum" idx="45"/>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8B31B53B-5587-4E3A-90D2-74BFAF269A2A}" type="slidenum">
              <a:rPr lang="en-US" sz="1000" b="0" u="none" strike="noStrike">
                <a:solidFill>
                  <a:schemeClr val="accent6"/>
                </a:solidFill>
                <a:effectLst/>
                <a:uFillTx/>
                <a:latin typeface="Calibri"/>
              </a:rPr>
              <a:t>39</a:t>
            </a:fld>
            <a:endParaRPr lang="en-US" sz="1000" b="0" u="none" strike="noStrike">
              <a:solidFill>
                <a:srgbClr val="000000"/>
              </a:solidFill>
              <a:effectLst/>
              <a:uFillTx/>
              <a:latin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dk1"/>
                </a:solidFill>
                <a:effectLst/>
                <a:uFillTx/>
                <a:latin typeface="Cambria"/>
              </a:rPr>
              <a:t>Open your site</a:t>
            </a:r>
          </a:p>
        </p:txBody>
      </p:sp>
      <p:sp>
        <p:nvSpPr>
          <p:cNvPr id="443" name="step 1"/>
          <p:cNvSpPr/>
          <p:nvPr/>
        </p:nvSpPr>
        <p:spPr>
          <a:xfrm>
            <a:off x="548640" y="1463040"/>
            <a:ext cx="8046360" cy="1188360"/>
          </a:xfrm>
          <a:prstGeom prst="roundRect">
            <a:avLst>
              <a:gd name="adj" fmla="val 6154"/>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44" name="badge 1"/>
          <p:cNvSpPr/>
          <p:nvPr/>
        </p:nvSpPr>
        <p:spPr>
          <a:xfrm>
            <a:off x="822960" y="182880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45" name="Text 3"/>
          <p:cNvSpPr/>
          <p:nvPr/>
        </p:nvSpPr>
        <p:spPr>
          <a:xfrm>
            <a:off x="822960" y="182880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chemeClr val="lt1"/>
                </a:solidFill>
                <a:effectLst/>
                <a:uFillTx/>
                <a:latin typeface="Calibri"/>
              </a:rPr>
              <a:t>1</a:t>
            </a:r>
            <a:endParaRPr lang="en-US" sz="2000" b="0" u="none" strike="noStrike">
              <a:solidFill>
                <a:srgbClr val="000000"/>
              </a:solidFill>
              <a:effectLst/>
              <a:uFillTx/>
              <a:latin typeface="Arial"/>
            </a:endParaRPr>
          </a:p>
        </p:txBody>
      </p:sp>
      <p:sp>
        <p:nvSpPr>
          <p:cNvPr id="446" name="Text 4"/>
          <p:cNvSpPr/>
          <p:nvPr/>
        </p:nvSpPr>
        <p:spPr>
          <a:xfrm>
            <a:off x="1645920" y="1463040"/>
            <a:ext cx="676620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chemeClr val="dk1"/>
                </a:solidFill>
                <a:effectLst/>
                <a:uFillTx/>
                <a:latin typeface="Calibri"/>
              </a:rPr>
              <a:t>Open your live URL. Look for your heading.</a:t>
            </a:r>
            <a:endParaRPr lang="en-US" sz="2800" b="0" u="none" strike="noStrike">
              <a:solidFill>
                <a:srgbClr val="000000"/>
              </a:solidFill>
              <a:effectLst/>
              <a:uFillTx/>
              <a:latin typeface="Arial"/>
            </a:endParaRPr>
          </a:p>
        </p:txBody>
      </p:sp>
      <p:sp>
        <p:nvSpPr>
          <p:cNvPr id="447" name="step 2"/>
          <p:cNvSpPr/>
          <p:nvPr/>
        </p:nvSpPr>
        <p:spPr>
          <a:xfrm>
            <a:off x="548640" y="2926080"/>
            <a:ext cx="8046360" cy="1188360"/>
          </a:xfrm>
          <a:prstGeom prst="roundRect">
            <a:avLst>
              <a:gd name="adj" fmla="val 6154"/>
            </a:avLst>
          </a:prstGeom>
          <a:solidFill>
            <a:srgbClr val="E8ECF0"/>
          </a:solidFill>
          <a:ln w="9525">
            <a:solidFill>
              <a:srgbClr val="D0D7DE"/>
            </a:solidFill>
            <a:round/>
          </a:ln>
          <a:effectLst>
            <a:outerShdw blurRad="76320" dist="25560" dir="5400000" algn="bl" rotWithShape="0">
              <a:srgbClr val="000000">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48" name="badge 2"/>
          <p:cNvSpPr/>
          <p:nvPr/>
        </p:nvSpPr>
        <p:spPr>
          <a:xfrm>
            <a:off x="822960" y="3291840"/>
            <a:ext cx="456840" cy="456840"/>
          </a:xfrm>
          <a:prstGeom prst="ellipse">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49" name="Text 7"/>
          <p:cNvSpPr/>
          <p:nvPr/>
        </p:nvSpPr>
        <p:spPr>
          <a:xfrm>
            <a:off x="822960" y="329184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chemeClr val="lt1"/>
                </a:solidFill>
                <a:effectLst/>
                <a:uFillTx/>
                <a:latin typeface="Calibri"/>
              </a:rPr>
              <a:t>2</a:t>
            </a:r>
            <a:endParaRPr lang="en-US" sz="2000" b="0" u="none" strike="noStrike">
              <a:solidFill>
                <a:srgbClr val="000000"/>
              </a:solidFill>
              <a:effectLst/>
              <a:uFillTx/>
              <a:latin typeface="Arial"/>
            </a:endParaRPr>
          </a:p>
        </p:txBody>
      </p:sp>
      <p:sp>
        <p:nvSpPr>
          <p:cNvPr id="450" name="Text 8"/>
          <p:cNvSpPr/>
          <p:nvPr/>
        </p:nvSpPr>
        <p:spPr>
          <a:xfrm>
            <a:off x="1645920" y="2926080"/>
            <a:ext cx="6766200" cy="11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u="none" strike="noStrike">
                <a:solidFill>
                  <a:schemeClr val="dk1"/>
                </a:solidFill>
                <a:effectLst/>
                <a:uFillTx/>
                <a:latin typeface="Calibri"/>
              </a:rPr>
              <a:t>Open both reports.</a:t>
            </a:r>
            <a:endParaRPr lang="en-US" sz="2800" b="0" u="none" strike="noStrike">
              <a:solidFill>
                <a:srgbClr val="000000"/>
              </a:solidFill>
              <a:effectLst/>
              <a:uFillTx/>
              <a:latin typeface="Arial"/>
            </a:endParaRPr>
          </a:p>
        </p:txBody>
      </p:sp>
      <p:sp>
        <p:nvSpPr>
          <p:cNvPr id="451" name="PlaceHolder 2"/>
          <p:cNvSpPr>
            <a:spLocks noGrp="1"/>
          </p:cNvSpPr>
          <p:nvPr>
            <p:ph type="sldNum" idx="46"/>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accent6"/>
                </a:solidFill>
                <a:effectLst/>
                <a:uFillTx/>
                <a:latin typeface="Calibri"/>
              </a:defRPr>
            </a:lvl1pPr>
          </a:lstStyle>
          <a:p>
            <a:pPr indent="0" algn="r" defTabSz="914400">
              <a:lnSpc>
                <a:spcPct val="100000"/>
              </a:lnSpc>
              <a:buNone/>
            </a:pPr>
            <a:fld id="{1D939965-1DEF-49F3-BFC1-01093CE89DCB}" type="slidenum">
              <a:rPr lang="en-US" sz="1000" b="0" u="none" strike="noStrike">
                <a:solidFill>
                  <a:schemeClr val="accent6"/>
                </a:solidFill>
                <a:effectLst/>
                <a:uFillTx/>
                <a:latin typeface="Calibri"/>
              </a:rPr>
              <a:t>40</a:t>
            </a:fld>
            <a:endParaRPr lang="en-US" sz="1000" b="0" u="none" strike="noStrike">
              <a:solidFill>
                <a:srgbClr val="000000"/>
              </a:solidFill>
              <a:effectLst/>
              <a:uFillTx/>
              <a:latin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 name="PlaceHolder 1"/>
          <p:cNvSpPr>
            <a:spLocks noGrp="1"/>
          </p:cNvSpPr>
          <p:nvPr>
            <p:ph type="title" hasCustomPrompt="1"/>
          </p:nvPr>
        </p:nvSpPr>
        <p:spPr>
          <a:xfrm>
            <a:off x="548640" y="320040"/>
            <a:ext cx="8046360" cy="731160"/>
          </a:xfrm>
          <a:prstGeom prst="rect">
            <a:avLst/>
          </a:prstGeom>
          <a:noFill/>
          <a:ln w="0">
            <a:noFill/>
          </a:ln>
        </p:spPr>
        <p:txBody>
          <a:bodyPr lIns="0" tIns="0" rIns="0" bIns="0" anchor="ctr">
            <a:noAutofit/>
          </a:bodyPr>
          <a:lstStyle/>
          <a:p>
            <a:pPr indent="0" algn="l" defTabSz="914400">
              <a:lnSpc>
                <a:spcPct val="100000"/>
              </a:lnSpc>
              <a:buNone/>
              <a:tabLst>
                <a:tab pos="0" algn="l"/>
              </a:tabLst>
            </a:pPr>
            <a:r>
              <a:rPr lang="en-US" sz="3400" b="1" u="none" strike="noStrike">
                <a:solidFill>
                  <a:schemeClr val="lt1"/>
                </a:solidFill>
                <a:effectLst/>
                <a:uFillTx/>
                <a:latin typeface="Cambria"/>
              </a:rPr>
              <a:t>Wrap up</a:t>
            </a:r>
          </a:p>
        </p:txBody>
      </p:sp>
      <p:sp>
        <p:nvSpPr>
          <p:cNvPr id="453" name="Stop your  circle"/>
          <p:cNvSpPr/>
          <p:nvPr/>
        </p:nvSpPr>
        <p:spPr>
          <a:xfrm>
            <a:off x="548640" y="1554480"/>
            <a:ext cx="822600" cy="822600"/>
          </a:xfrm>
          <a:prstGeom prst="ellipse">
            <a:avLst/>
          </a:prstGeom>
          <a:solidFill>
            <a:srgbClr val="1A7F3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454" name="Stop your  image" descr="FaPowerOff"/>
          <p:cNvPicPr/>
          <p:nvPr/>
        </p:nvPicPr>
        <p:blipFill>
          <a:blip r:embed="rId3"/>
          <a:stretch/>
        </p:blipFill>
        <p:spPr>
          <a:xfrm>
            <a:off x="754560" y="1760400"/>
            <a:ext cx="411120" cy="411120"/>
          </a:xfrm>
          <a:prstGeom prst="rect">
            <a:avLst/>
          </a:prstGeom>
          <a:noFill/>
          <a:ln w="0">
            <a:noFill/>
          </a:ln>
        </p:spPr>
      </p:pic>
      <p:sp>
        <p:nvSpPr>
          <p:cNvPr id="455" name="Text 2"/>
          <p:cNvSpPr/>
          <p:nvPr/>
        </p:nvSpPr>
        <p:spPr>
          <a:xfrm>
            <a:off x="1645920" y="1554480"/>
            <a:ext cx="67662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chemeClr val="lt1"/>
                </a:solidFill>
                <a:effectLst/>
                <a:uFillTx/>
                <a:latin typeface="Calibri"/>
              </a:rPr>
              <a:t>Stop your Codespace.</a:t>
            </a:r>
            <a:endParaRPr lang="en-US" sz="3200" b="0" u="none" strike="noStrike">
              <a:solidFill>
                <a:srgbClr val="FFFFFF"/>
              </a:solidFill>
              <a:effectLst/>
              <a:uFillTx/>
              <a:latin typeface="Arial"/>
            </a:endParaRPr>
          </a:p>
        </p:txBody>
      </p:sp>
      <p:sp>
        <p:nvSpPr>
          <p:cNvPr id="456" name="Sign out o circle"/>
          <p:cNvSpPr/>
          <p:nvPr/>
        </p:nvSpPr>
        <p:spPr>
          <a:xfrm>
            <a:off x="548640" y="2743200"/>
            <a:ext cx="822600" cy="822600"/>
          </a:xfrm>
          <a:prstGeom prst="ellipse">
            <a:avLst/>
          </a:prstGeom>
          <a:solidFill>
            <a:srgbClr val="1A7F3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457" name="Sign out o image" descr="FaSignOutAlt"/>
          <p:cNvPicPr/>
          <p:nvPr/>
        </p:nvPicPr>
        <p:blipFill>
          <a:blip r:embed="rId4"/>
          <a:stretch/>
        </p:blipFill>
        <p:spPr>
          <a:xfrm>
            <a:off x="754560" y="2949120"/>
            <a:ext cx="411120" cy="411120"/>
          </a:xfrm>
          <a:prstGeom prst="rect">
            <a:avLst/>
          </a:prstGeom>
          <a:noFill/>
          <a:ln w="0">
            <a:noFill/>
          </a:ln>
        </p:spPr>
      </p:pic>
      <p:sp>
        <p:nvSpPr>
          <p:cNvPr id="458" name="Text 4"/>
          <p:cNvSpPr/>
          <p:nvPr/>
        </p:nvSpPr>
        <p:spPr>
          <a:xfrm>
            <a:off x="1645920" y="2743200"/>
            <a:ext cx="67662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a:solidFill>
                  <a:schemeClr val="lt1"/>
                </a:solidFill>
                <a:effectLst/>
                <a:uFillTx/>
                <a:latin typeface="Calibri"/>
              </a:rPr>
              <a:t>Sign out of GitHub.</a:t>
            </a:r>
            <a:endParaRPr lang="en-US" sz="3200" b="0" u="none" strike="noStrike">
              <a:solidFill>
                <a:srgbClr val="FFFFFF"/>
              </a:solidFill>
              <a:effectLst/>
              <a:uFillTx/>
              <a:latin typeface="Arial"/>
            </a:endParaRPr>
          </a:p>
        </p:txBody>
      </p:sp>
      <p:sp>
        <p:nvSpPr>
          <p:cNvPr id="459" name="PlaceHolder 2"/>
          <p:cNvSpPr>
            <a:spLocks noGrp="1"/>
          </p:cNvSpPr>
          <p:nvPr>
            <p:ph type="sldNum" idx="47"/>
          </p:nvPr>
        </p:nvSpPr>
        <p:spPr>
          <a:xfrm>
            <a:off x="8412480" y="4754880"/>
            <a:ext cx="456840" cy="228240"/>
          </a:xfrm>
          <a:prstGeom prst="rect">
            <a:avLst/>
          </a:prstGeom>
          <a:noFill/>
          <a:ln w="0">
            <a:noFill/>
          </a:ln>
        </p:spPr>
        <p:txBody>
          <a:bodyPr lIns="90000" tIns="45000" rIns="90000" bIns="45000" anchor="t">
            <a:noAutofit/>
          </a:bodyPr>
          <a:lstStyle>
            <a:lvl1pPr indent="0" algn="r" defTabSz="914400">
              <a:lnSpc>
                <a:spcPct val="100000"/>
              </a:lnSpc>
              <a:buNone/>
              <a:defRPr lang="en-US" sz="1000" b="0" u="none" strike="noStrike">
                <a:solidFill>
                  <a:schemeClr val="lt2"/>
                </a:solidFill>
                <a:effectLst/>
                <a:uFillTx/>
                <a:latin typeface="Calibri"/>
              </a:defRPr>
            </a:lvl1pPr>
          </a:lstStyle>
          <a:p>
            <a:pPr indent="0" algn="r" defTabSz="914400">
              <a:lnSpc>
                <a:spcPct val="100000"/>
              </a:lnSpc>
              <a:buNone/>
            </a:pPr>
            <a:fld id="{A02E9C5B-B02D-4A3A-AB62-08B930AFA35C}" type="slidenum">
              <a:rPr lang="en-US" sz="1000" b="0" u="none" strike="noStrike">
                <a:solidFill>
                  <a:schemeClr val="lt2"/>
                </a:solidFill>
                <a:effectLst/>
                <a:uFillTx/>
                <a:latin typeface="Calibri"/>
              </a:rPr>
              <a:t>41</a:t>
            </a:fld>
            <a:endParaRPr lang="en-US" sz="1000" b="0" u="none" strike="noStrike">
              <a:solidFill>
                <a:srgbClr val="FFFFFF"/>
              </a:solidFill>
              <a:effectLst/>
              <a:uFillTx/>
              <a:latin typeface="Times New Roman"/>
            </a:endParaRPr>
          </a:p>
        </p:txBody>
      </p:sp>
    </p:spTree>
  </p:cSld>
  <p:clrMapOvr>
    <a:masterClrMapping/>
  </p:clrMapOvr>
</p:sld>
</file>

<file path=ppt/theme/theme1.xml><?xml version="1.0" encoding="utf-8"?>
<a:theme xmlns:a="http://schemas.openxmlformats.org/drawingml/2006/main" name="DevOps Terminal">
  <a:themeElements>
    <a:clrScheme name="DevOps Terminal">
      <a:dk1>
        <a:srgbClr val="161B22"/>
      </a:dk1>
      <a:lt1>
        <a:srgbClr val="FFFFFF"/>
      </a:lt1>
      <a:dk2>
        <a:srgbClr val="30363D"/>
      </a:dk2>
      <a:lt2>
        <a:srgbClr val="F3F5F7"/>
      </a:lt2>
      <a:accent1>
        <a:srgbClr val="1A7F37"/>
      </a:accent1>
      <a:accent2>
        <a:srgbClr val="9A6700"/>
      </a:accent2>
      <a:accent3>
        <a:srgbClr val="D1242F"/>
      </a:accent3>
      <a:accent4>
        <a:srgbClr val="0969DA"/>
      </a:accent4>
      <a:accent5>
        <a:srgbClr val="8957E5"/>
      </a:accent5>
      <a:accent6>
        <a:srgbClr val="57606A"/>
      </a:accent6>
      <a:hlink>
        <a:srgbClr val="0969DA"/>
      </a:hlink>
      <a:folHlink>
        <a:srgbClr val="8957E5"/>
      </a:folHlink>
    </a:clrScheme>
    <a:fontScheme name="DevOps Termin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TotalTime>
  <Words>4825</Words>
  <Application>Microsoft Office PowerPoint</Application>
  <PresentationFormat>Pokaz na ekranie (16:9)</PresentationFormat>
  <Paragraphs>472</Paragraphs>
  <Slides>41</Slides>
  <Notes>41</Notes>
  <HiddenSlides>0</HiddenSlides>
  <MMClips>0</MMClips>
  <ScaleCrop>false</ScaleCrop>
  <HeadingPairs>
    <vt:vector size="6" baseType="variant">
      <vt:variant>
        <vt:lpstr>Używane czcionki</vt:lpstr>
      </vt:variant>
      <vt:variant>
        <vt:i4>7</vt:i4>
      </vt:variant>
      <vt:variant>
        <vt:lpstr>Motyw</vt:lpstr>
      </vt:variant>
      <vt:variant>
        <vt:i4>1</vt:i4>
      </vt:variant>
      <vt:variant>
        <vt:lpstr>Tytuły slajdów</vt:lpstr>
      </vt:variant>
      <vt:variant>
        <vt:i4>41</vt:i4>
      </vt:variant>
    </vt:vector>
  </HeadingPairs>
  <TitlesOfParts>
    <vt:vector size="49" baseType="lpstr">
      <vt:lpstr>Arial</vt:lpstr>
      <vt:lpstr>Calibri</vt:lpstr>
      <vt:lpstr>Cambria</vt:lpstr>
      <vt:lpstr>Courier New</vt:lpstr>
      <vt:lpstr>Symbol</vt:lpstr>
      <vt:lpstr>Times New Roman</vt:lpstr>
      <vt:lpstr>Wingdings</vt:lpstr>
      <vt:lpstr>DevOps Terminal</vt:lpstr>
      <vt:lpstr>No repo yet?</vt:lpstr>
      <vt:lpstr>Your repo</vt:lpstr>
      <vt:lpstr>Start file, part 1</vt:lpstr>
      <vt:lpstr>Start file, part 2</vt:lpstr>
      <vt:lpstr>CI</vt:lpstr>
      <vt:lpstr>CD</vt:lpstr>
      <vt:lpstr>Today</vt:lpstr>
      <vt:lpstr>A pipeline</vt:lpstr>
      <vt:lpstr>needs</vt:lpstr>
      <vt:lpstr>A failed job stops the rest</vt:lpstr>
      <vt:lpstr>A fresh machine</vt:lpstr>
      <vt:lpstr>Our pipeline</vt:lpstr>
      <vt:lpstr>GitHub Pages</vt:lpstr>
      <vt:lpstr>Turn Pages on</vt:lpstr>
      <vt:lpstr>What the deploy job needs</vt:lpstr>
      <vt:lpstr>Live: deploy</vt:lpstr>
      <vt:lpstr>Same shape, your content</vt:lpstr>
      <vt:lpstr>Two artifacts, one site</vt:lpstr>
      <vt:lpstr>Bandit and continue-on-error</vt:lpstr>
      <vt:lpstr>The cost of continue-on-error</vt:lpstr>
      <vt:lpstr>A branch is not production</vt:lpstr>
      <vt:lpstr>Pull request, then merge</vt:lpstr>
      <vt:lpstr>Gate the deploy</vt:lpstr>
      <vt:lpstr>Three steps</vt:lpstr>
      <vt:lpstr>Where to look</vt:lpstr>
      <vt:lpstr>A red run is information</vt:lpstr>
      <vt:lpstr>Step 1</vt:lpstr>
      <vt:lpstr>Step 1: stuck?</vt:lpstr>
      <vt:lpstr>Step 1: behind?</vt:lpstr>
      <vt:lpstr>Step 1: answer</vt:lpstr>
      <vt:lpstr>Step 2</vt:lpstr>
      <vt:lpstr>Step 2: stuck?</vt:lpstr>
      <vt:lpstr>Step 2: answer</vt:lpstr>
      <vt:lpstr>Step 3</vt:lpstr>
      <vt:lpstr>Step 3: stuck?</vt:lpstr>
      <vt:lpstr>Step 3: answer</vt:lpstr>
      <vt:lpstr>Solo task</vt:lpstr>
      <vt:lpstr>Two more tasks: stuck?</vt:lpstr>
      <vt:lpstr>Two more tasks: tips</vt:lpstr>
      <vt:lpstr>Open your site</vt:lpstr>
      <vt:lpstr>Wrap up</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DevOps workshop - meeting 3</dc:title>
  <dc:subject>PptxGenJS Presentation</dc:subject>
  <dc:creator>Instructor</dc:creator>
  <dc:description/>
  <cp:lastModifiedBy>wojciks_Eset</cp:lastModifiedBy>
  <cp:revision>3</cp:revision>
  <dcterms:created xsi:type="dcterms:W3CDTF">2026-10-21T23:39:44Z</dcterms:created>
  <dcterms:modified xsi:type="dcterms:W3CDTF">2026-10-22T07:34:12Z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41</vt:i4>
  </property>
  <property fmtid="{D5CDD505-2E9C-101B-9397-08002B2CF9AE}" pid="3" name="PresentationFormat">
    <vt:lpwstr>On-screen Show (16:9)</vt:lpwstr>
  </property>
  <property fmtid="{D5CDD505-2E9C-101B-9397-08002B2CF9AE}" pid="4" name="Slides">
    <vt:i4>41</vt:i4>
  </property>
</Properties>
</file>